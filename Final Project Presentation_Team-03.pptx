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9" r:id="rId2"/>
    <p:sldId id="258" r:id="rId3"/>
    <p:sldId id="291" r:id="rId4"/>
    <p:sldId id="292" r:id="rId5"/>
    <p:sldId id="263" r:id="rId6"/>
    <p:sldId id="265" r:id="rId7"/>
    <p:sldId id="266" r:id="rId8"/>
    <p:sldId id="268" r:id="rId9"/>
    <p:sldId id="269" r:id="rId10"/>
    <p:sldId id="270" r:id="rId11"/>
    <p:sldId id="264" r:id="rId12"/>
    <p:sldId id="280" r:id="rId13"/>
    <p:sldId id="281" r:id="rId14"/>
    <p:sldId id="282" r:id="rId15"/>
    <p:sldId id="283" r:id="rId16"/>
    <p:sldId id="284" r:id="rId17"/>
    <p:sldId id="285" r:id="rId18"/>
    <p:sldId id="286" r:id="rId19"/>
    <p:sldId id="287" r:id="rId20"/>
    <p:sldId id="271" r:id="rId21"/>
    <p:sldId id="272" r:id="rId22"/>
    <p:sldId id="273" r:id="rId23"/>
    <p:sldId id="274" r:id="rId24"/>
    <p:sldId id="275" r:id="rId25"/>
    <p:sldId id="276" r:id="rId26"/>
    <p:sldId id="277" r:id="rId27"/>
    <p:sldId id="278" r:id="rId28"/>
    <p:sldId id="279" r:id="rId29"/>
    <p:sldId id="288" r:id="rId30"/>
    <p:sldId id="289" r:id="rId31"/>
    <p:sldId id="29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0EC79-06E8-492B-8E4C-3B449B9A65D6}" v="12" dt="2025-04-30T15:21:18.4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76" d="100"/>
          <a:sy n="76" d="100"/>
        </p:scale>
        <p:origin x="260" y="-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sh Vemula" userId="e1e858b8e9ca17a5" providerId="LiveId" clId="{DB70EC79-06E8-492B-8E4C-3B449B9A65D6}"/>
    <pc:docChg chg="undo custSel addSld delSld modSld sldOrd">
      <pc:chgData name="Akash Vemula" userId="e1e858b8e9ca17a5" providerId="LiveId" clId="{DB70EC79-06E8-492B-8E4C-3B449B9A65D6}" dt="2025-04-30T15:21:18.391" v="118" actId="20577"/>
      <pc:docMkLst>
        <pc:docMk/>
      </pc:docMkLst>
      <pc:sldChg chg="modSp mod ord">
        <pc:chgData name="Akash Vemula" userId="e1e858b8e9ca17a5" providerId="LiveId" clId="{DB70EC79-06E8-492B-8E4C-3B449B9A65D6}" dt="2025-04-30T15:18:33.081" v="116"/>
        <pc:sldMkLst>
          <pc:docMk/>
          <pc:sldMk cId="0" sldId="258"/>
        </pc:sldMkLst>
        <pc:spChg chg="mod">
          <ac:chgData name="Akash Vemula" userId="e1e858b8e9ca17a5" providerId="LiveId" clId="{DB70EC79-06E8-492B-8E4C-3B449B9A65D6}" dt="2025-04-30T05:46:22.687" v="81" actId="14100"/>
          <ac:spMkLst>
            <pc:docMk/>
            <pc:sldMk cId="0" sldId="258"/>
            <ac:spMk id="21" creationId="{00000000-0000-0000-0000-000000000000}"/>
          </ac:spMkLst>
        </pc:spChg>
      </pc:sldChg>
      <pc:sldChg chg="modSp mod ord">
        <pc:chgData name="Akash Vemula" userId="e1e858b8e9ca17a5" providerId="LiveId" clId="{DB70EC79-06E8-492B-8E4C-3B449B9A65D6}" dt="2025-04-30T15:18:30.513" v="114"/>
        <pc:sldMkLst>
          <pc:docMk/>
          <pc:sldMk cId="0" sldId="259"/>
        </pc:sldMkLst>
        <pc:picChg chg="mod">
          <ac:chgData name="Akash Vemula" userId="e1e858b8e9ca17a5" providerId="LiveId" clId="{DB70EC79-06E8-492B-8E4C-3B449B9A65D6}" dt="2025-04-30T04:52:34.422" v="3" actId="1076"/>
          <ac:picMkLst>
            <pc:docMk/>
            <pc:sldMk cId="0" sldId="259"/>
            <ac:picMk id="2" creationId="{00000000-0000-0000-0000-000000000000}"/>
          </ac:picMkLst>
        </pc:picChg>
      </pc:sldChg>
      <pc:sldChg chg="addSp delSp modSp del mod">
        <pc:chgData name="Akash Vemula" userId="e1e858b8e9ca17a5" providerId="LiveId" clId="{DB70EC79-06E8-492B-8E4C-3B449B9A65D6}" dt="2025-04-30T05:00:20.015" v="71" actId="47"/>
        <pc:sldMkLst>
          <pc:docMk/>
          <pc:sldMk cId="0" sldId="260"/>
        </pc:sldMkLst>
        <pc:spChg chg="add mod">
          <ac:chgData name="Akash Vemula" userId="e1e858b8e9ca17a5" providerId="LiveId" clId="{DB70EC79-06E8-492B-8E4C-3B449B9A65D6}" dt="2025-04-30T04:58:55.755" v="62" actId="21"/>
          <ac:spMkLst>
            <pc:docMk/>
            <pc:sldMk cId="0" sldId="260"/>
            <ac:spMk id="3" creationId="{2ADD73FC-57FE-EF2F-A244-A0BE81FE9C9A}"/>
          </ac:spMkLst>
        </pc:spChg>
        <pc:picChg chg="del">
          <ac:chgData name="Akash Vemula" userId="e1e858b8e9ca17a5" providerId="LiveId" clId="{DB70EC79-06E8-492B-8E4C-3B449B9A65D6}" dt="2025-04-30T04:58:55.755" v="62" actId="21"/>
          <ac:picMkLst>
            <pc:docMk/>
            <pc:sldMk cId="0" sldId="260"/>
            <ac:picMk id="5" creationId="{00000000-0000-0000-0000-000000000000}"/>
          </ac:picMkLst>
        </pc:picChg>
      </pc:sldChg>
      <pc:sldChg chg="delSp modSp del mod">
        <pc:chgData name="Akash Vemula" userId="e1e858b8e9ca17a5" providerId="LiveId" clId="{DB70EC79-06E8-492B-8E4C-3B449B9A65D6}" dt="2025-04-30T05:00:17.324" v="70" actId="47"/>
        <pc:sldMkLst>
          <pc:docMk/>
          <pc:sldMk cId="0" sldId="262"/>
        </pc:sldMkLst>
        <pc:spChg chg="mod">
          <ac:chgData name="Akash Vemula" userId="e1e858b8e9ca17a5" providerId="LiveId" clId="{DB70EC79-06E8-492B-8E4C-3B449B9A65D6}" dt="2025-04-30T04:56:58.292" v="38" actId="21"/>
          <ac:spMkLst>
            <pc:docMk/>
            <pc:sldMk cId="0" sldId="262"/>
            <ac:spMk id="2" creationId="{00000000-0000-0000-0000-000000000000}"/>
          </ac:spMkLst>
        </pc:spChg>
        <pc:spChg chg="mod">
          <ac:chgData name="Akash Vemula" userId="e1e858b8e9ca17a5" providerId="LiveId" clId="{DB70EC79-06E8-492B-8E4C-3B449B9A65D6}" dt="2025-04-30T04:57:16.413" v="41" actId="21"/>
          <ac:spMkLst>
            <pc:docMk/>
            <pc:sldMk cId="0" sldId="262"/>
            <ac:spMk id="3" creationId="{00000000-0000-0000-0000-000000000000}"/>
          </ac:spMkLst>
        </pc:spChg>
        <pc:picChg chg="del">
          <ac:chgData name="Akash Vemula" userId="e1e858b8e9ca17a5" providerId="LiveId" clId="{DB70EC79-06E8-492B-8E4C-3B449B9A65D6}" dt="2025-04-30T04:55:59.269" v="24" actId="21"/>
          <ac:picMkLst>
            <pc:docMk/>
            <pc:sldMk cId="0" sldId="262"/>
            <ac:picMk id="37" creationId="{00000000-0000-0000-0000-000000000000}"/>
          </ac:picMkLst>
        </pc:picChg>
      </pc:sldChg>
      <pc:sldChg chg="modSp mod">
        <pc:chgData name="Akash Vemula" userId="e1e858b8e9ca17a5" providerId="LiveId" clId="{DB70EC79-06E8-492B-8E4C-3B449B9A65D6}" dt="2025-04-30T06:27:00.707" v="112" actId="20577"/>
        <pc:sldMkLst>
          <pc:docMk/>
          <pc:sldMk cId="0" sldId="263"/>
        </pc:sldMkLst>
        <pc:spChg chg="mod">
          <ac:chgData name="Akash Vemula" userId="e1e858b8e9ca17a5" providerId="LiveId" clId="{DB70EC79-06E8-492B-8E4C-3B449B9A65D6}" dt="2025-04-30T06:27:00.707" v="112" actId="20577"/>
          <ac:spMkLst>
            <pc:docMk/>
            <pc:sldMk cId="0" sldId="263"/>
            <ac:spMk id="6" creationId="{00000000-0000-0000-0000-000000000000}"/>
          </ac:spMkLst>
        </pc:spChg>
      </pc:sldChg>
      <pc:sldChg chg="addSp delSp modSp mod ord">
        <pc:chgData name="Akash Vemula" userId="e1e858b8e9ca17a5" providerId="LiveId" clId="{DB70EC79-06E8-492B-8E4C-3B449B9A65D6}" dt="2025-04-30T05:49:15.189" v="83"/>
        <pc:sldMkLst>
          <pc:docMk/>
          <pc:sldMk cId="0" sldId="264"/>
        </pc:sldMkLst>
        <pc:spChg chg="add">
          <ac:chgData name="Akash Vemula" userId="e1e858b8e9ca17a5" providerId="LiveId" clId="{DB70EC79-06E8-492B-8E4C-3B449B9A65D6}" dt="2025-04-30T05:09:07.713" v="74"/>
          <ac:spMkLst>
            <pc:docMk/>
            <pc:sldMk cId="0" sldId="264"/>
            <ac:spMk id="2" creationId="{DA740D59-8E14-5918-BB40-BFF3859CED78}"/>
          </ac:spMkLst>
        </pc:spChg>
        <pc:spChg chg="add mod">
          <ac:chgData name="Akash Vemula" userId="e1e858b8e9ca17a5" providerId="LiveId" clId="{DB70EC79-06E8-492B-8E4C-3B449B9A65D6}" dt="2025-04-30T05:09:12.545" v="76"/>
          <ac:spMkLst>
            <pc:docMk/>
            <pc:sldMk cId="0" sldId="264"/>
            <ac:spMk id="3" creationId="{8D3EFB23-1A00-1530-79EE-ADED69E02204}"/>
          </ac:spMkLst>
        </pc:spChg>
        <pc:spChg chg="add">
          <ac:chgData name="Akash Vemula" userId="e1e858b8e9ca17a5" providerId="LiveId" clId="{DB70EC79-06E8-492B-8E4C-3B449B9A65D6}" dt="2025-04-30T05:09:18.479" v="78"/>
          <ac:spMkLst>
            <pc:docMk/>
            <pc:sldMk cId="0" sldId="264"/>
            <ac:spMk id="4" creationId="{BB6951DF-6A00-98EF-E759-74BFBFAA013C}"/>
          </ac:spMkLst>
        </pc:spChg>
        <pc:picChg chg="add del">
          <ac:chgData name="Akash Vemula" userId="e1e858b8e9ca17a5" providerId="LiveId" clId="{DB70EC79-06E8-492B-8E4C-3B449B9A65D6}" dt="2025-04-30T05:09:25.884" v="79" actId="478"/>
          <ac:picMkLst>
            <pc:docMk/>
            <pc:sldMk cId="0" sldId="264"/>
            <ac:picMk id="5" creationId="{00000000-0000-0000-0000-000000000000}"/>
          </ac:picMkLst>
        </pc:picChg>
        <pc:picChg chg="add">
          <ac:chgData name="Akash Vemula" userId="e1e858b8e9ca17a5" providerId="LiveId" clId="{DB70EC79-06E8-492B-8E4C-3B449B9A65D6}" dt="2025-04-30T05:09:38.756" v="80" actId="22"/>
          <ac:picMkLst>
            <pc:docMk/>
            <pc:sldMk cId="0" sldId="264"/>
            <ac:picMk id="7" creationId="{126CBC27-3981-C63A-A161-12D311101E6E}"/>
          </ac:picMkLst>
        </pc:picChg>
      </pc:sldChg>
      <pc:sldChg chg="addSp delSp modSp mod setBg">
        <pc:chgData name="Akash Vemula" userId="e1e858b8e9ca17a5" providerId="LiveId" clId="{DB70EC79-06E8-492B-8E4C-3B449B9A65D6}" dt="2025-04-30T04:54:37.034" v="19" actId="26606"/>
        <pc:sldMkLst>
          <pc:docMk/>
          <pc:sldMk cId="0" sldId="265"/>
        </pc:sldMkLst>
        <pc:spChg chg="mod">
          <ac:chgData name="Akash Vemula" userId="e1e858b8e9ca17a5" providerId="LiveId" clId="{DB70EC79-06E8-492B-8E4C-3B449B9A65D6}" dt="2025-04-30T04:54:37.034" v="19" actId="26606"/>
          <ac:spMkLst>
            <pc:docMk/>
            <pc:sldMk cId="0" sldId="265"/>
            <ac:spMk id="2" creationId="{00000000-0000-0000-0000-000000000000}"/>
          </ac:spMkLst>
        </pc:spChg>
        <pc:spChg chg="add del">
          <ac:chgData name="Akash Vemula" userId="e1e858b8e9ca17a5" providerId="LiveId" clId="{DB70EC79-06E8-492B-8E4C-3B449B9A65D6}" dt="2025-04-30T04:54:37.034" v="19" actId="26606"/>
          <ac:spMkLst>
            <pc:docMk/>
            <pc:sldMk cId="0" sldId="265"/>
            <ac:spMk id="188" creationId="{A4AC5506-6312-4701-8D3C-40187889A947}"/>
          </ac:spMkLst>
        </pc:spChg>
        <pc:picChg chg="mod">
          <ac:chgData name="Akash Vemula" userId="e1e858b8e9ca17a5" providerId="LiveId" clId="{DB70EC79-06E8-492B-8E4C-3B449B9A65D6}" dt="2025-04-30T04:54:37.034" v="19" actId="26606"/>
          <ac:picMkLst>
            <pc:docMk/>
            <pc:sldMk cId="0" sldId="265"/>
            <ac:picMk id="183" creationId="{00000000-0000-0000-0000-000000000000}"/>
          </ac:picMkLst>
        </pc:picChg>
      </pc:sldChg>
      <pc:sldChg chg="addSp delSp modSp mod setBg">
        <pc:chgData name="Akash Vemula" userId="e1e858b8e9ca17a5" providerId="LiveId" clId="{DB70EC79-06E8-492B-8E4C-3B449B9A65D6}" dt="2025-04-30T04:54:47.651" v="23" actId="5793"/>
        <pc:sldMkLst>
          <pc:docMk/>
          <pc:sldMk cId="0" sldId="266"/>
        </pc:sldMkLst>
        <pc:spChg chg="mod">
          <ac:chgData name="Akash Vemula" userId="e1e858b8e9ca17a5" providerId="LiveId" clId="{DB70EC79-06E8-492B-8E4C-3B449B9A65D6}" dt="2025-04-30T04:54:47.651" v="23" actId="5793"/>
          <ac:spMkLst>
            <pc:docMk/>
            <pc:sldMk cId="0" sldId="266"/>
            <ac:spMk id="2" creationId="{00000000-0000-0000-0000-000000000000}"/>
          </ac:spMkLst>
        </pc:spChg>
        <pc:spChg chg="add del">
          <ac:chgData name="Akash Vemula" userId="e1e858b8e9ca17a5" providerId="LiveId" clId="{DB70EC79-06E8-492B-8E4C-3B449B9A65D6}" dt="2025-04-30T04:54:36.484" v="18" actId="26606"/>
          <ac:spMkLst>
            <pc:docMk/>
            <pc:sldMk cId="0" sldId="266"/>
            <ac:spMk id="7" creationId="{70DFC902-7D23-471A-B557-B6B6917D7A0D}"/>
          </ac:spMkLst>
        </pc:spChg>
        <pc:spChg chg="add del">
          <ac:chgData name="Akash Vemula" userId="e1e858b8e9ca17a5" providerId="LiveId" clId="{DB70EC79-06E8-492B-8E4C-3B449B9A65D6}" dt="2025-04-30T04:54:36.484" v="18" actId="26606"/>
          <ac:spMkLst>
            <pc:docMk/>
            <pc:sldMk cId="0" sldId="266"/>
            <ac:spMk id="9" creationId="{A55D5633-D557-4DCA-982C-FF36EB7A1C00}"/>
          </ac:spMkLst>
        </pc:spChg>
        <pc:spChg chg="add del">
          <ac:chgData name="Akash Vemula" userId="e1e858b8e9ca17a5" providerId="LiveId" clId="{DB70EC79-06E8-492B-8E4C-3B449B9A65D6}" dt="2025-04-30T04:54:36.484" v="18" actId="26606"/>
          <ac:spMkLst>
            <pc:docMk/>
            <pc:sldMk cId="0" sldId="266"/>
            <ac:spMk id="11" creationId="{450D3AD2-FA80-415F-A9CE-54D884561CD7}"/>
          </ac:spMkLst>
        </pc:spChg>
      </pc:sldChg>
      <pc:sldChg chg="ord">
        <pc:chgData name="Akash Vemula" userId="e1e858b8e9ca17a5" providerId="LiveId" clId="{DB70EC79-06E8-492B-8E4C-3B449B9A65D6}" dt="2025-04-30T05:52:54.850" v="85"/>
        <pc:sldMkLst>
          <pc:docMk/>
          <pc:sldMk cId="0" sldId="280"/>
        </pc:sldMkLst>
      </pc:sldChg>
      <pc:sldChg chg="ord">
        <pc:chgData name="Akash Vemula" userId="e1e858b8e9ca17a5" providerId="LiveId" clId="{DB70EC79-06E8-492B-8E4C-3B449B9A65D6}" dt="2025-04-30T05:53:11.635" v="87"/>
        <pc:sldMkLst>
          <pc:docMk/>
          <pc:sldMk cId="0" sldId="281"/>
        </pc:sldMkLst>
      </pc:sldChg>
      <pc:sldChg chg="ord">
        <pc:chgData name="Akash Vemula" userId="e1e858b8e9ca17a5" providerId="LiveId" clId="{DB70EC79-06E8-492B-8E4C-3B449B9A65D6}" dt="2025-04-30T05:53:22.519" v="89"/>
        <pc:sldMkLst>
          <pc:docMk/>
          <pc:sldMk cId="0" sldId="282"/>
        </pc:sldMkLst>
      </pc:sldChg>
      <pc:sldChg chg="ord">
        <pc:chgData name="Akash Vemula" userId="e1e858b8e9ca17a5" providerId="LiveId" clId="{DB70EC79-06E8-492B-8E4C-3B449B9A65D6}" dt="2025-04-30T05:53:29.821" v="91"/>
        <pc:sldMkLst>
          <pc:docMk/>
          <pc:sldMk cId="0" sldId="283"/>
        </pc:sldMkLst>
      </pc:sldChg>
      <pc:sldChg chg="ord">
        <pc:chgData name="Akash Vemula" userId="e1e858b8e9ca17a5" providerId="LiveId" clId="{DB70EC79-06E8-492B-8E4C-3B449B9A65D6}" dt="2025-04-30T05:53:39.639" v="93"/>
        <pc:sldMkLst>
          <pc:docMk/>
          <pc:sldMk cId="0" sldId="284"/>
        </pc:sldMkLst>
      </pc:sldChg>
      <pc:sldChg chg="ord">
        <pc:chgData name="Akash Vemula" userId="e1e858b8e9ca17a5" providerId="LiveId" clId="{DB70EC79-06E8-492B-8E4C-3B449B9A65D6}" dt="2025-04-30T05:53:50.595" v="95"/>
        <pc:sldMkLst>
          <pc:docMk/>
          <pc:sldMk cId="0" sldId="285"/>
        </pc:sldMkLst>
      </pc:sldChg>
      <pc:sldChg chg="ord">
        <pc:chgData name="Akash Vemula" userId="e1e858b8e9ca17a5" providerId="LiveId" clId="{DB70EC79-06E8-492B-8E4C-3B449B9A65D6}" dt="2025-04-30T05:53:59.065" v="97"/>
        <pc:sldMkLst>
          <pc:docMk/>
          <pc:sldMk cId="0" sldId="286"/>
        </pc:sldMkLst>
      </pc:sldChg>
      <pc:sldChg chg="ord">
        <pc:chgData name="Akash Vemula" userId="e1e858b8e9ca17a5" providerId="LiveId" clId="{DB70EC79-06E8-492B-8E4C-3B449B9A65D6}" dt="2025-04-30T05:54:08.840" v="99"/>
        <pc:sldMkLst>
          <pc:docMk/>
          <pc:sldMk cId="0" sldId="287"/>
        </pc:sldMkLst>
      </pc:sldChg>
      <pc:sldChg chg="modSp mod">
        <pc:chgData name="Akash Vemula" userId="e1e858b8e9ca17a5" providerId="LiveId" clId="{DB70EC79-06E8-492B-8E4C-3B449B9A65D6}" dt="2025-04-30T15:21:18.391" v="118" actId="20577"/>
        <pc:sldMkLst>
          <pc:docMk/>
          <pc:sldMk cId="0" sldId="288"/>
        </pc:sldMkLst>
        <pc:spChg chg="mod">
          <ac:chgData name="Akash Vemula" userId="e1e858b8e9ca17a5" providerId="LiveId" clId="{DB70EC79-06E8-492B-8E4C-3B449B9A65D6}" dt="2025-04-30T15:21:18.391" v="118" actId="20577"/>
          <ac:spMkLst>
            <pc:docMk/>
            <pc:sldMk cId="0" sldId="288"/>
            <ac:spMk id="5" creationId="{00000000-0000-0000-0000-000000000000}"/>
          </ac:spMkLst>
        </pc:spChg>
      </pc:sldChg>
      <pc:sldChg chg="addSp delSp modSp new mod">
        <pc:chgData name="Akash Vemula" userId="e1e858b8e9ca17a5" providerId="LiveId" clId="{DB70EC79-06E8-492B-8E4C-3B449B9A65D6}" dt="2025-04-30T04:58:34.804" v="60" actId="1076"/>
        <pc:sldMkLst>
          <pc:docMk/>
          <pc:sldMk cId="1006333594" sldId="291"/>
        </pc:sldMkLst>
        <pc:spChg chg="mod">
          <ac:chgData name="Akash Vemula" userId="e1e858b8e9ca17a5" providerId="LiveId" clId="{DB70EC79-06E8-492B-8E4C-3B449B9A65D6}" dt="2025-04-30T04:57:08.702" v="40" actId="207"/>
          <ac:spMkLst>
            <pc:docMk/>
            <pc:sldMk cId="1006333594" sldId="291"/>
            <ac:spMk id="2" creationId="{CDD4CE4D-1081-9069-E7AE-29A6D2B4E6A1}"/>
          </ac:spMkLst>
        </pc:spChg>
        <pc:spChg chg="del mod">
          <ac:chgData name="Akash Vemula" userId="e1e858b8e9ca17a5" providerId="LiveId" clId="{DB70EC79-06E8-492B-8E4C-3B449B9A65D6}" dt="2025-04-30T04:56:18.153" v="27"/>
          <ac:spMkLst>
            <pc:docMk/>
            <pc:sldMk cId="1006333594" sldId="291"/>
            <ac:spMk id="3" creationId="{1F92D48E-A20D-4C73-8F1C-1905F7FAE0A3}"/>
          </ac:spMkLst>
        </pc:spChg>
        <pc:spChg chg="add del mod">
          <ac:chgData name="Akash Vemula" userId="e1e858b8e9ca17a5" providerId="LiveId" clId="{DB70EC79-06E8-492B-8E4C-3B449B9A65D6}" dt="2025-04-30T04:58:34.804" v="60" actId="1076"/>
          <ac:spMkLst>
            <pc:docMk/>
            <pc:sldMk cId="1006333594" sldId="291"/>
            <ac:spMk id="5" creationId="{9C2633D7-0AAE-1CA3-7B53-8CB08A8465E3}"/>
          </ac:spMkLst>
        </pc:spChg>
        <pc:picChg chg="add mod">
          <ac:chgData name="Akash Vemula" userId="e1e858b8e9ca17a5" providerId="LiveId" clId="{DB70EC79-06E8-492B-8E4C-3B449B9A65D6}" dt="2025-04-30T04:56:31.942" v="31"/>
          <ac:picMkLst>
            <pc:docMk/>
            <pc:sldMk cId="1006333594" sldId="291"/>
            <ac:picMk id="6" creationId="{00000000-0000-0000-0000-000000000000}"/>
          </ac:picMkLst>
        </pc:picChg>
        <pc:picChg chg="add mod">
          <ac:chgData name="Akash Vemula" userId="e1e858b8e9ca17a5" providerId="LiveId" clId="{DB70EC79-06E8-492B-8E4C-3B449B9A65D6}" dt="2025-04-30T04:58:04.330" v="55" actId="14100"/>
          <ac:picMkLst>
            <pc:docMk/>
            <pc:sldMk cId="1006333594" sldId="291"/>
            <ac:picMk id="7" creationId="{573D86C2-B9F3-3EA0-92D0-24CFEEED0AFD}"/>
          </ac:picMkLst>
        </pc:picChg>
        <pc:picChg chg="add del mod">
          <ac:chgData name="Akash Vemula" userId="e1e858b8e9ca17a5" providerId="LiveId" clId="{DB70EC79-06E8-492B-8E4C-3B449B9A65D6}" dt="2025-04-30T04:56:21.751" v="28" actId="21"/>
          <ac:picMkLst>
            <pc:docMk/>
            <pc:sldMk cId="1006333594" sldId="291"/>
            <ac:picMk id="37" creationId="{00000000-0000-0000-0000-000000000000}"/>
          </ac:picMkLst>
        </pc:picChg>
      </pc:sldChg>
      <pc:sldChg chg="addSp delSp modSp new mod setBg">
        <pc:chgData name="Akash Vemula" userId="e1e858b8e9ca17a5" providerId="LiveId" clId="{DB70EC79-06E8-492B-8E4C-3B449B9A65D6}" dt="2025-04-30T04:59:54.456" v="69" actId="26606"/>
        <pc:sldMkLst>
          <pc:docMk/>
          <pc:sldMk cId="219891235" sldId="292"/>
        </pc:sldMkLst>
        <pc:spChg chg="add del">
          <ac:chgData name="Akash Vemula" userId="e1e858b8e9ca17a5" providerId="LiveId" clId="{DB70EC79-06E8-492B-8E4C-3B449B9A65D6}" dt="2025-04-30T04:59:50.359" v="68" actId="478"/>
          <ac:spMkLst>
            <pc:docMk/>
            <pc:sldMk cId="219891235" sldId="292"/>
            <ac:spMk id="2" creationId="{419A31C1-9763-F99B-9E12-7498310A799E}"/>
          </ac:spMkLst>
        </pc:spChg>
        <pc:spChg chg="del">
          <ac:chgData name="Akash Vemula" userId="e1e858b8e9ca17a5" providerId="LiveId" clId="{DB70EC79-06E8-492B-8E4C-3B449B9A65D6}" dt="2025-04-30T04:58:59.906" v="63"/>
          <ac:spMkLst>
            <pc:docMk/>
            <pc:sldMk cId="219891235" sldId="292"/>
            <ac:spMk id="3" creationId="{DC1E15F8-D3EC-2958-F6CA-B9DE331EBABF}"/>
          </ac:spMkLst>
        </pc:spChg>
        <pc:spChg chg="add">
          <ac:chgData name="Akash Vemula" userId="e1e858b8e9ca17a5" providerId="LiveId" clId="{DB70EC79-06E8-492B-8E4C-3B449B9A65D6}" dt="2025-04-30T04:59:54.456" v="69" actId="26606"/>
          <ac:spMkLst>
            <pc:docMk/>
            <pc:sldMk cId="219891235" sldId="292"/>
            <ac:spMk id="7" creationId="{F3060C83-F051-4F0E-ABAD-AA0DFC48B218}"/>
          </ac:spMkLst>
        </pc:spChg>
        <pc:spChg chg="add">
          <ac:chgData name="Akash Vemula" userId="e1e858b8e9ca17a5" providerId="LiveId" clId="{DB70EC79-06E8-492B-8E4C-3B449B9A65D6}" dt="2025-04-30T04:59:54.456" v="69" actId="26606"/>
          <ac:spMkLst>
            <pc:docMk/>
            <pc:sldMk cId="219891235" sldId="292"/>
            <ac:spMk id="8" creationId="{83C98ABE-055B-441F-B07E-44F97F083C39}"/>
          </ac:spMkLst>
        </pc:spChg>
        <pc:spChg chg="add">
          <ac:chgData name="Akash Vemula" userId="e1e858b8e9ca17a5" providerId="LiveId" clId="{DB70EC79-06E8-492B-8E4C-3B449B9A65D6}" dt="2025-04-30T04:59:54.456" v="69" actId="26606"/>
          <ac:spMkLst>
            <pc:docMk/>
            <pc:sldMk cId="219891235" sldId="292"/>
            <ac:spMk id="9" creationId="{29FDB030-9B49-4CED-8CCD-4D99382388AC}"/>
          </ac:spMkLst>
        </pc:spChg>
        <pc:spChg chg="add del">
          <ac:chgData name="Akash Vemula" userId="e1e858b8e9ca17a5" providerId="LiveId" clId="{DB70EC79-06E8-492B-8E4C-3B449B9A65D6}" dt="2025-04-30T04:59:17.169" v="65" actId="26606"/>
          <ac:spMkLst>
            <pc:docMk/>
            <pc:sldMk cId="219891235" sldId="292"/>
            <ac:spMk id="10" creationId="{32BC26D8-82FB-445E-AA49-62A77D7C1EE0}"/>
          </ac:spMkLst>
        </pc:spChg>
        <pc:spChg chg="add del">
          <ac:chgData name="Akash Vemula" userId="e1e858b8e9ca17a5" providerId="LiveId" clId="{DB70EC79-06E8-492B-8E4C-3B449B9A65D6}" dt="2025-04-30T04:59:17.169" v="65" actId="26606"/>
          <ac:spMkLst>
            <pc:docMk/>
            <pc:sldMk cId="219891235" sldId="292"/>
            <ac:spMk id="12" creationId="{CB44330D-EA18-4254-AA95-EB49948539B8}"/>
          </ac:spMkLst>
        </pc:spChg>
        <pc:spChg chg="add del">
          <ac:chgData name="Akash Vemula" userId="e1e858b8e9ca17a5" providerId="LiveId" clId="{DB70EC79-06E8-492B-8E4C-3B449B9A65D6}" dt="2025-04-30T04:59:45.145" v="67" actId="26606"/>
          <ac:spMkLst>
            <pc:docMk/>
            <pc:sldMk cId="219891235" sldId="292"/>
            <ac:spMk id="14" creationId="{42A4FC2C-047E-45A5-965D-8E1E3BF09BC6}"/>
          </ac:spMkLst>
        </pc:spChg>
        <pc:spChg chg="add">
          <ac:chgData name="Akash Vemula" userId="e1e858b8e9ca17a5" providerId="LiveId" clId="{DB70EC79-06E8-492B-8E4C-3B449B9A65D6}" dt="2025-04-30T04:59:54.456" v="69" actId="26606"/>
          <ac:spMkLst>
            <pc:docMk/>
            <pc:sldMk cId="219891235" sldId="292"/>
            <ac:spMk id="16" creationId="{3783CA14-24A1-485C-8B30-D6A5D87987AD}"/>
          </ac:spMkLst>
        </pc:spChg>
        <pc:spChg chg="add">
          <ac:chgData name="Akash Vemula" userId="e1e858b8e9ca17a5" providerId="LiveId" clId="{DB70EC79-06E8-492B-8E4C-3B449B9A65D6}" dt="2025-04-30T04:59:54.456" v="69" actId="26606"/>
          <ac:spMkLst>
            <pc:docMk/>
            <pc:sldMk cId="219891235" sldId="292"/>
            <ac:spMk id="18" creationId="{9A97C86A-04D6-40F7-AE84-31AB43E6A846}"/>
          </ac:spMkLst>
        </pc:spChg>
        <pc:spChg chg="add">
          <ac:chgData name="Akash Vemula" userId="e1e858b8e9ca17a5" providerId="LiveId" clId="{DB70EC79-06E8-492B-8E4C-3B449B9A65D6}" dt="2025-04-30T04:59:54.456" v="69" actId="26606"/>
          <ac:spMkLst>
            <pc:docMk/>
            <pc:sldMk cId="219891235" sldId="292"/>
            <ac:spMk id="20" creationId="{FF9F2414-84E8-453E-B1F3-389FDE8192D9}"/>
          </ac:spMkLst>
        </pc:spChg>
        <pc:spChg chg="add">
          <ac:chgData name="Akash Vemula" userId="e1e858b8e9ca17a5" providerId="LiveId" clId="{DB70EC79-06E8-492B-8E4C-3B449B9A65D6}" dt="2025-04-30T04:59:54.456" v="69" actId="26606"/>
          <ac:spMkLst>
            <pc:docMk/>
            <pc:sldMk cId="219891235" sldId="292"/>
            <ac:spMk id="22" creationId="{3ECA69A1-7536-43AC-85EF-C7106179F5ED}"/>
          </ac:spMkLst>
        </pc:spChg>
        <pc:picChg chg="add mod">
          <ac:chgData name="Akash Vemula" userId="e1e858b8e9ca17a5" providerId="LiveId" clId="{DB70EC79-06E8-492B-8E4C-3B449B9A65D6}" dt="2025-04-30T04:59:54.456" v="69" actId="26606"/>
          <ac:picMkLst>
            <pc:docMk/>
            <pc:sldMk cId="219891235" sldId="292"/>
            <ac:picMk id="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4/30/2025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t>4/30/2025</a:t>
            </a:fld>
            <a:endParaRPr lang="en-US"/>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AkashVemula99/AI-Driven-Review-Analytics-for-Product-Enhancement/tree/Updated"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5" name="Rectangle 54"/>
          <p:cNvSpPr>
            <a:spLocks noGrp="1" noRot="1" noChangeAspect="1" noMove="1" noResize="1" noEditPoints="1" noAdjustHandles="1" noChangeArrowheads="1" noChangeShapeType="1" noTextEdit="1"/>
          </p:cNvSpPr>
          <p:nvPr/>
        </p:nvSpPr>
        <p:spPr>
          <a:xfrm>
            <a:off x="152400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a:spLocks noGrp="1" noRot="1" noChangeAspect="1" noMove="1" noResize="1" noEditPoints="1" noAdjustHandles="1" noChangeArrowheads="1" noChangeShapeType="1" noTextEdit="1"/>
          </p:cNvSpPr>
          <p:nvPr/>
        </p:nvSpPr>
        <p:spPr>
          <a:xfrm>
            <a:off x="4552950" y="0"/>
            <a:ext cx="6118093"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a:spLocks noGrp="1" noRot="1" noChangeAspect="1" noMove="1" noResize="1" noEditPoints="1" noAdjustHandles="1" noChangeArrowheads="1" noChangeShapeType="1" noTextEdit="1"/>
          </p:cNvSpPr>
          <p:nvPr/>
        </p:nvSpPr>
        <p:spPr>
          <a:xfrm flipH="1">
            <a:off x="4549902" y="1839884"/>
            <a:ext cx="6118095"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a:spLocks noGrp="1" noRot="1" noChangeAspect="1" noMove="1" noResize="1" noEditPoints="1" noAdjustHandles="1" noChangeArrowheads="1" noChangeShapeType="1" noTextEdit="1"/>
          </p:cNvSpPr>
          <p:nvPr/>
        </p:nvSpPr>
        <p:spPr>
          <a:xfrm rot="5400000" flipH="1">
            <a:off x="3714134" y="832294"/>
            <a:ext cx="6857999" cy="5192552"/>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ChatGPT Image Apr 29, 2025, 10_07_51 PM"/>
          <p:cNvPicPr>
            <a:picLocks noChangeAspect="1"/>
          </p:cNvPicPr>
          <p:nvPr/>
        </p:nvPicPr>
        <p:blipFill>
          <a:blip r:embed="rId2"/>
          <a:stretch>
            <a:fillRect/>
          </a:stretch>
        </p:blipFill>
        <p:spPr>
          <a:xfrm>
            <a:off x="1520957" y="770021"/>
            <a:ext cx="6762530" cy="55740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152400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person with his arms crossed&#10;&#10;AI-generated content may be incorrect."/>
          <p:cNvPicPr>
            <a:picLocks noGrp="1" noChangeAspect="1"/>
          </p:cNvPicPr>
          <p:nvPr>
            <p:ph idx="1"/>
          </p:nvPr>
        </p:nvPicPr>
        <p:blipFill>
          <a:blip r:embed="rId2"/>
          <a:srcRect l="13360" r="20028" b="1"/>
          <a:stretch>
            <a:fillRect/>
          </a:stretch>
        </p:blipFill>
        <p:spPr bwMode="auto">
          <a:xfrm>
            <a:off x="1524020" y="1"/>
            <a:ext cx="3028933" cy="527192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person with dark hair and beard&#10;&#10;AI-generated content may be incorrect."/>
          <p:cNvPicPr>
            <a:picLocks noChangeAspect="1"/>
          </p:cNvPicPr>
          <p:nvPr/>
        </p:nvPicPr>
        <p:blipFill>
          <a:blip r:embed="rId3"/>
          <a:srcRect l="12751" r="10434" b="1"/>
          <a:stretch>
            <a:fillRect/>
          </a:stretch>
        </p:blipFill>
        <p:spPr>
          <a:xfrm>
            <a:off x="4552950" y="1"/>
            <a:ext cx="3057525" cy="5271924"/>
          </a:xfrm>
          <a:prstGeom prst="rect">
            <a:avLst/>
          </a:prstGeom>
        </p:spPr>
      </p:pic>
      <p:pic>
        <p:nvPicPr>
          <p:cNvPr id="17" name="Picture 16" descr="A person smiling for the camera&#10;&#10;AI-generated content may be incorrect."/>
          <p:cNvPicPr>
            <a:picLocks noChangeAspect="1"/>
          </p:cNvPicPr>
          <p:nvPr/>
        </p:nvPicPr>
        <p:blipFill>
          <a:blip r:embed="rId4"/>
          <a:srcRect l="11390" r="6054" b="1"/>
          <a:stretch>
            <a:fillRect/>
          </a:stretch>
        </p:blipFill>
        <p:spPr>
          <a:xfrm>
            <a:off x="7610469" y="8782"/>
            <a:ext cx="3057525" cy="5271924"/>
          </a:xfrm>
          <a:prstGeom prst="rect">
            <a:avLst/>
          </a:prstGeom>
        </p:spPr>
      </p:pic>
      <p:sp>
        <p:nvSpPr>
          <p:cNvPr id="24" name="Rectangle 23"/>
          <p:cNvSpPr>
            <a:spLocks noGrp="1" noRot="1" noChangeAspect="1" noMove="1" noResize="1" noEditPoints="1" noAdjustHandles="1" noChangeArrowheads="1" noChangeShapeType="1" noTextEdit="1"/>
          </p:cNvSpPr>
          <p:nvPr/>
        </p:nvSpPr>
        <p:spPr>
          <a:xfrm flipH="1">
            <a:off x="1524001" y="5260724"/>
            <a:ext cx="9143999" cy="1595775"/>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a:spLocks noGrp="1" noRot="1" noChangeAspect="1" noMove="1" noResize="1" noEditPoints="1" noAdjustHandles="1" noChangeArrowheads="1" noChangeShapeType="1" noTextEdit="1"/>
          </p:cNvSpPr>
          <p:nvPr/>
        </p:nvSpPr>
        <p:spPr>
          <a:xfrm flipH="1">
            <a:off x="1524000" y="5262225"/>
            <a:ext cx="6086474" cy="1594275"/>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a:spLocks noGrp="1" noRot="1" noChangeAspect="1" noMove="1" noResize="1" noEditPoints="1" noAdjustHandles="1" noChangeArrowheads="1" noChangeShapeType="1" noTextEdit="1"/>
          </p:cNvSpPr>
          <p:nvPr/>
        </p:nvSpPr>
        <p:spPr>
          <a:xfrm flipH="1">
            <a:off x="1520523" y="5262226"/>
            <a:ext cx="9147477" cy="1594274"/>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a:spLocks noGrp="1" noRot="1" noChangeAspect="1" noMove="1" noResize="1" noEditPoints="1" noAdjustHandles="1" noChangeArrowheads="1" noChangeShapeType="1" noTextEdit="1"/>
          </p:cNvSpPr>
          <p:nvPr/>
        </p:nvSpPr>
        <p:spPr>
          <a:xfrm flipH="1">
            <a:off x="7610472" y="5262224"/>
            <a:ext cx="3057522" cy="1594275"/>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a:spLocks noGrp="1" noRot="1" noChangeAspect="1" noMove="1" noResize="1" noEditPoints="1" noAdjustHandles="1" noChangeArrowheads="1" noChangeShapeType="1" noTextEdit="1"/>
          </p:cNvSpPr>
          <p:nvPr/>
        </p:nvSpPr>
        <p:spPr>
          <a:xfrm rot="16200000">
            <a:off x="5293003" y="1483311"/>
            <a:ext cx="1594274" cy="9144000"/>
          </a:xfrm>
          <a:prstGeom prst="rect">
            <a:avLst/>
          </a:prstGeom>
          <a:gradFill>
            <a:gsLst>
              <a:gs pos="16000">
                <a:schemeClr val="accent1">
                  <a:alpha val="0"/>
                </a:schemeClr>
              </a:gs>
              <a:gs pos="99000">
                <a:srgbClr val="000000">
                  <a:alpha val="70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a:spLocks noGrp="1" noRot="1" noChangeAspect="1" noMove="1" noResize="1" noEditPoints="1" noAdjustHandles="1" noChangeArrowheads="1" noChangeShapeType="1" noTextEdit="1"/>
          </p:cNvSpPr>
          <p:nvPr/>
        </p:nvSpPr>
        <p:spPr>
          <a:xfrm flipH="1">
            <a:off x="1523802" y="5282206"/>
            <a:ext cx="9144198" cy="1153314"/>
          </a:xfrm>
          <a:prstGeom prst="rect">
            <a:avLst/>
          </a:prstGeom>
          <a:gradFill>
            <a:gsLst>
              <a:gs pos="28000">
                <a:schemeClr val="accent1">
                  <a:lumMod val="75000"/>
                  <a:alpha val="11000"/>
                </a:schemeClr>
              </a:gs>
              <a:gs pos="100000">
                <a:schemeClr val="accent1">
                  <a:alpha val="26000"/>
                </a:scheme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048783" y="5990674"/>
            <a:ext cx="8332889" cy="861774"/>
          </a:xfrm>
        </p:spPr>
        <p:txBody>
          <a:bodyPr vert="horz" lIns="91440" tIns="45720" rIns="91440" bIns="45720" rtlCol="0" anchor="ctr">
            <a:normAutofit/>
          </a:bodyPr>
          <a:lstStyle/>
          <a:p>
            <a:pPr defTabSz="914400">
              <a:lnSpc>
                <a:spcPct val="90000"/>
              </a:lnSpc>
            </a:pPr>
            <a:r>
              <a:rPr lang="en-US" sz="3000" kern="1200" dirty="0">
                <a:solidFill>
                  <a:srgbClr val="FFFFFF"/>
                </a:solidFill>
                <a:latin typeface="+mj-lt"/>
                <a:ea typeface="+mj-ea"/>
                <a:cs typeface="+mj-cs"/>
              </a:rPr>
              <a:t>TEAM 03 SECTION 01 (MEET THE TEAM)</a:t>
            </a:r>
          </a:p>
        </p:txBody>
      </p:sp>
      <p:sp>
        <p:nvSpPr>
          <p:cNvPr id="19" name="TextBox 18"/>
          <p:cNvSpPr txBox="1"/>
          <p:nvPr/>
        </p:nvSpPr>
        <p:spPr>
          <a:xfrm>
            <a:off x="1529861" y="5291905"/>
            <a:ext cx="3023092" cy="829945"/>
          </a:xfrm>
          <a:prstGeom prst="rect">
            <a:avLst/>
          </a:prstGeom>
          <a:noFill/>
        </p:spPr>
        <p:txBody>
          <a:bodyPr wrap="square" rtlCol="0">
            <a:spAutoFit/>
          </a:bodyPr>
          <a:lstStyle/>
          <a:p>
            <a:pPr algn="ctr"/>
            <a:r>
              <a:rPr lang="en-US" sz="3200" dirty="0">
                <a:solidFill>
                  <a:schemeClr val="bg1"/>
                </a:solidFill>
              </a:rPr>
              <a:t>Gowtham</a:t>
            </a:r>
          </a:p>
          <a:p>
            <a:pPr algn="ctr"/>
            <a:r>
              <a:rPr lang="en-US" sz="1600" dirty="0">
                <a:solidFill>
                  <a:schemeClr val="bg1"/>
                </a:solidFill>
              </a:rPr>
              <a:t>Data Engineer</a:t>
            </a:r>
            <a:endParaRPr lang="en-IN" sz="1600" dirty="0">
              <a:solidFill>
                <a:schemeClr val="bg1"/>
              </a:solidFill>
            </a:endParaRPr>
          </a:p>
        </p:txBody>
      </p:sp>
      <p:sp>
        <p:nvSpPr>
          <p:cNvPr id="21" name="TextBox 20"/>
          <p:cNvSpPr txBox="1"/>
          <p:nvPr/>
        </p:nvSpPr>
        <p:spPr>
          <a:xfrm>
            <a:off x="4295221" y="5199572"/>
            <a:ext cx="3286661" cy="922020"/>
          </a:xfrm>
          <a:prstGeom prst="rect">
            <a:avLst/>
          </a:prstGeom>
          <a:noFill/>
        </p:spPr>
        <p:txBody>
          <a:bodyPr wrap="square">
            <a:spAutoFit/>
          </a:bodyPr>
          <a:lstStyle/>
          <a:p>
            <a:pPr algn="ctr"/>
            <a:r>
              <a:rPr lang="en-US" sz="3600" dirty="0">
                <a:solidFill>
                  <a:schemeClr val="bg1"/>
                </a:solidFill>
              </a:rPr>
              <a:t>Akash Vemula</a:t>
            </a:r>
          </a:p>
          <a:p>
            <a:pPr algn="ctr"/>
            <a:r>
              <a:rPr lang="en-US" sz="1800" dirty="0">
                <a:solidFill>
                  <a:schemeClr val="bg1"/>
                </a:solidFill>
              </a:rPr>
              <a:t>Data </a:t>
            </a:r>
            <a:r>
              <a:rPr lang="en-US" dirty="0">
                <a:solidFill>
                  <a:schemeClr val="bg1"/>
                </a:solidFill>
              </a:rPr>
              <a:t>Scientist</a:t>
            </a:r>
            <a:endParaRPr lang="en-IN" sz="1800" dirty="0">
              <a:solidFill>
                <a:schemeClr val="bg1"/>
              </a:solidFill>
            </a:endParaRPr>
          </a:p>
        </p:txBody>
      </p:sp>
      <p:sp>
        <p:nvSpPr>
          <p:cNvPr id="23" name="TextBox 22"/>
          <p:cNvSpPr txBox="1"/>
          <p:nvPr/>
        </p:nvSpPr>
        <p:spPr>
          <a:xfrm>
            <a:off x="7610475" y="5315277"/>
            <a:ext cx="3028926" cy="922020"/>
          </a:xfrm>
          <a:prstGeom prst="rect">
            <a:avLst/>
          </a:prstGeom>
          <a:noFill/>
        </p:spPr>
        <p:txBody>
          <a:bodyPr wrap="square" rtlCol="0">
            <a:spAutoFit/>
          </a:bodyPr>
          <a:lstStyle/>
          <a:p>
            <a:pPr algn="ctr"/>
            <a:r>
              <a:rPr lang="en-US" sz="3600" dirty="0">
                <a:solidFill>
                  <a:schemeClr val="bg1"/>
                </a:solidFill>
              </a:rPr>
              <a:t>Varun </a:t>
            </a:r>
            <a:r>
              <a:rPr lang="en-US" sz="3600" dirty="0" err="1">
                <a:solidFill>
                  <a:schemeClr val="bg1"/>
                </a:solidFill>
              </a:rPr>
              <a:t>Yadhav</a:t>
            </a:r>
            <a:endParaRPr lang="en-US" sz="3600" dirty="0">
              <a:solidFill>
                <a:schemeClr val="bg1"/>
              </a:solidFill>
            </a:endParaRPr>
          </a:p>
          <a:p>
            <a:pPr algn="ctr"/>
            <a:r>
              <a:rPr lang="en-US" dirty="0">
                <a:solidFill>
                  <a:schemeClr val="bg1"/>
                </a:solidFill>
              </a:rPr>
              <a:t>Data Analyst</a:t>
            </a:r>
            <a:endParaRPr lang="en-IN"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4CE4D-1081-9069-E7AE-29A6D2B4E6A1}"/>
              </a:ext>
            </a:extLst>
          </p:cNvPr>
          <p:cNvSpPr>
            <a:spLocks noGrp="1"/>
          </p:cNvSpPr>
          <p:nvPr>
            <p:ph type="title"/>
          </p:nvPr>
        </p:nvSpPr>
        <p:spPr/>
        <p:txBody>
          <a:bodyPr/>
          <a:lstStyle/>
          <a:p>
            <a:r>
              <a:rPr lang="en-US" sz="4400" dirty="0">
                <a:solidFill>
                  <a:schemeClr val="tx1"/>
                </a:solidFill>
              </a:rPr>
              <a:t>Objective</a:t>
            </a:r>
            <a:endParaRPr lang="en-IN" dirty="0">
              <a:solidFill>
                <a:schemeClr val="tx1"/>
              </a:solidFill>
            </a:endParaRPr>
          </a:p>
        </p:txBody>
      </p:sp>
      <p:sp>
        <p:nvSpPr>
          <p:cNvPr id="5" name="Content Placeholder 4">
            <a:extLst>
              <a:ext uri="{FF2B5EF4-FFF2-40B4-BE49-F238E27FC236}">
                <a16:creationId xmlns:a16="http://schemas.microsoft.com/office/drawing/2014/main" id="{9C2633D7-0AAE-1CA3-7B53-8CB08A8465E3}"/>
              </a:ext>
            </a:extLst>
          </p:cNvPr>
          <p:cNvSpPr>
            <a:spLocks noGrp="1"/>
          </p:cNvSpPr>
          <p:nvPr>
            <p:ph idx="1"/>
          </p:nvPr>
        </p:nvSpPr>
        <p:spPr>
          <a:xfrm>
            <a:off x="833887" y="1988390"/>
            <a:ext cx="7067909" cy="3791308"/>
          </a:xfrm>
        </p:spPr>
        <p:txBody>
          <a:bodyPr/>
          <a:lstStyle/>
          <a:p>
            <a:pPr marL="0" indent="0">
              <a:buNone/>
            </a:pPr>
            <a:r>
              <a:rPr lang="en-US" b="1" dirty="0"/>
              <a:t>Develop machine learning models to perform sentiment analysis on customer reviews, assessing the number of positive reviews and determining the product's overall quality.</a:t>
            </a:r>
            <a:endParaRPr lang="en-IN" b="1" dirty="0"/>
          </a:p>
        </p:txBody>
      </p:sp>
      <p:pic>
        <p:nvPicPr>
          <p:cNvPr id="7" name="Content Placeholder 36" descr="Robot">
            <a:extLst>
              <a:ext uri="{FF2B5EF4-FFF2-40B4-BE49-F238E27FC236}">
                <a16:creationId xmlns:a16="http://schemas.microsoft.com/office/drawing/2014/main" id="{573D86C2-B9F3-3EA0-92D0-24CFEEED0A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58709" y="1600200"/>
            <a:ext cx="4295577" cy="4295577"/>
          </a:xfrm>
          <a:prstGeom prst="rect">
            <a:avLst/>
          </a:prstGeom>
          <a:noFill/>
          <a:ln w="9525">
            <a:noFill/>
          </a:ln>
        </p:spPr>
      </p:pic>
    </p:spTree>
    <p:extLst>
      <p:ext uri="{BB962C8B-B14F-4D97-AF65-F5344CB8AC3E}">
        <p14:creationId xmlns:p14="http://schemas.microsoft.com/office/powerpoint/2010/main" val="1006333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artoon of a robot thinking&#10;&#10;AI-generated content may be incorrect."/>
          <p:cNvPicPr>
            <a:picLocks noGrp="1" noChangeAspect="1"/>
          </p:cNvPicPr>
          <p:nvPr>
            <p:ph idx="1"/>
          </p:nvPr>
        </p:nvPicPr>
        <p:blipFill>
          <a:blip r:embed="rId2"/>
          <a:stretch>
            <a:fillRect/>
          </a:stretch>
        </p:blipFill>
        <p:spPr>
          <a:xfrm>
            <a:off x="3310467" y="643467"/>
            <a:ext cx="5571065" cy="5571065"/>
          </a:xfrm>
          <a:prstGeom prst="rect">
            <a:avLst/>
          </a:prstGeom>
          <a:ln>
            <a:noFill/>
          </a:ln>
          <a:scene3d>
            <a:camera prst="perspectiveFront" fov="5400000"/>
            <a:lightRig rig="threePt" dir="t">
              <a:rot lat="0" lon="0" rev="2100000"/>
            </a:lightRig>
          </a:scene3d>
          <a:sp3d extrusionH="25400">
            <a:bevelT w="304800" h="152400" prst="hardEdge"/>
            <a:extrusionClr>
              <a:srgbClr val="000000"/>
            </a:extrusionClr>
          </a:sp3d>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891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Rectangle 190"/>
          <p:cNvSpPr>
            <a:spLocks noGrp="1" noRot="1" noChangeAspect="1" noMove="1" noResize="1" noEditPoints="1" noAdjustHandles="1" noChangeArrowheads="1" noChangeShapeType="1" noTextEdit="1"/>
          </p:cNvSpPr>
          <p:nvPr/>
        </p:nvSpPr>
        <p:spPr>
          <a:xfrm>
            <a:off x="1526286" y="0"/>
            <a:ext cx="914171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p:cNvSpPr>
            <a:spLocks noGrp="1" noRot="1" noChangeAspect="1" noMove="1" noResize="1" noEditPoints="1" noAdjustHandles="1" noChangeArrowheads="1" noChangeShapeType="1" noTextEdit="1"/>
          </p:cNvSpPr>
          <p:nvPr/>
        </p:nvSpPr>
        <p:spPr>
          <a:xfrm>
            <a:off x="1524000" y="0"/>
            <a:ext cx="9141714"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5" name="Group 194"/>
          <p:cNvGrpSpPr>
            <a:grpSpLocks noGrp="1" noUngrp="1" noRot="1" noChangeAspect="1" noMove="1" noResize="1"/>
          </p:cNvGrpSpPr>
          <p:nvPr/>
        </p:nvGrpSpPr>
        <p:grpSpPr>
          <a:xfrm>
            <a:off x="1524000" y="2075420"/>
            <a:ext cx="9036544" cy="4093306"/>
            <a:chOff x="1" y="2075420"/>
            <a:chExt cx="12048729" cy="4093306"/>
          </a:xfrm>
        </p:grpSpPr>
        <p:sp>
          <p:nvSpPr>
            <p:cNvPr id="196" name="Oval 195"/>
            <p:cNvSpPr/>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p:cNvSpPr/>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p:cNvSpPr/>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p:cNvSpPr/>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0" name="Oval 199"/>
            <p:cNvSpPr/>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p:cNvSpPr/>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3" name="Rectangle 202"/>
          <p:cNvSpPr>
            <a:spLocks noGrp="1" noRot="1" noChangeAspect="1" noMove="1" noResize="1" noEditPoints="1" noAdjustHandles="1" noChangeArrowheads="1" noChangeShapeType="1" noTextEdit="1"/>
          </p:cNvSpPr>
          <p:nvPr/>
        </p:nvSpPr>
        <p:spPr>
          <a:xfrm rot="16200000">
            <a:off x="9003052" y="1131512"/>
            <a:ext cx="2796461" cy="533439"/>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 name="Group 204"/>
          <p:cNvGrpSpPr>
            <a:grpSpLocks noGrp="1" noUngrp="1" noRot="1" noChangeAspect="1" noMove="1" noResize="1"/>
          </p:cNvGrpSpPr>
          <p:nvPr/>
        </p:nvGrpSpPr>
        <p:grpSpPr>
          <a:xfrm>
            <a:off x="9968654" y="317578"/>
            <a:ext cx="411480" cy="549007"/>
            <a:chOff x="7029447" y="3514725"/>
            <a:chExt cx="1285875" cy="549007"/>
          </a:xfrm>
        </p:grpSpPr>
        <p:cxnSp>
          <p:nvCxnSpPr>
            <p:cNvPr id="206" name="Straight Connector 205"/>
            <p:cNvCxnSpPr/>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11" name="Rectangle 210"/>
          <p:cNvSpPr>
            <a:spLocks noGrp="1" noRot="1" noChangeAspect="1" noMove="1" noResize="1" noEditPoints="1" noAdjustHandles="1" noChangeArrowheads="1" noChangeShapeType="1" noTextEdit="1"/>
          </p:cNvSpPr>
          <p:nvPr/>
        </p:nvSpPr>
        <p:spPr>
          <a:xfrm rot="10800000">
            <a:off x="1524000" y="6140785"/>
            <a:ext cx="4571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3" name="Group 212"/>
          <p:cNvGrpSpPr>
            <a:grpSpLocks noGrp="1" noUngrp="1" noRot="1" noChangeAspect="1" noMove="1" noResize="1"/>
          </p:cNvGrpSpPr>
          <p:nvPr/>
        </p:nvGrpSpPr>
        <p:grpSpPr>
          <a:xfrm rot="5400000">
            <a:off x="878215" y="5940560"/>
            <a:ext cx="1285875" cy="549007"/>
            <a:chOff x="7029447" y="3514725"/>
            <a:chExt cx="1285875" cy="549007"/>
          </a:xfrm>
        </p:grpSpPr>
        <p:cxnSp>
          <p:nvCxnSpPr>
            <p:cNvPr id="214" name="Straight Connector 213"/>
            <p:cNvCxnSpPr/>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68" name="Graphic 67" descr="Financial"/>
          <p:cNvPicPr>
            <a:picLocks noChangeAspect="1"/>
          </p:cNvPicPr>
          <p:nvPr/>
        </p:nvPicPr>
        <p:blipFill>
          <a:blip r:embed="rId2">
            <a:alphaModFix amt="25000"/>
            <a:duotone>
              <a:prstClr val="black"/>
              <a:schemeClr val="bg1">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13309" y="29548"/>
            <a:ext cx="6013845" cy="6013845"/>
          </a:xfrm>
          <a:prstGeom prst="rect">
            <a:avLst/>
          </a:prstGeom>
        </p:spPr>
      </p:pic>
      <p:sp>
        <p:nvSpPr>
          <p:cNvPr id="6" name="Title 5"/>
          <p:cNvSpPr>
            <a:spLocks noGrp="1"/>
          </p:cNvSpPr>
          <p:nvPr>
            <p:ph type="ctrTitle"/>
          </p:nvPr>
        </p:nvSpPr>
        <p:spPr>
          <a:xfrm>
            <a:off x="3487629" y="630935"/>
            <a:ext cx="5486400" cy="1130899"/>
          </a:xfrm>
          <a:noFill/>
        </p:spPr>
        <p:txBody>
          <a:bodyPr anchor="b">
            <a:normAutofit/>
          </a:bodyPr>
          <a:lstStyle/>
          <a:p>
            <a:r>
              <a:rPr lang="en-IN" sz="4800" dirty="0">
                <a:solidFill>
                  <a:schemeClr val="bg1"/>
                </a:solidFill>
              </a:rPr>
              <a:t>Problem Statement</a:t>
            </a:r>
          </a:p>
        </p:txBody>
      </p:sp>
      <p:sp>
        <p:nvSpPr>
          <p:cNvPr id="7" name="Subtitle 6"/>
          <p:cNvSpPr>
            <a:spLocks noGrp="1"/>
          </p:cNvSpPr>
          <p:nvPr>
            <p:ph type="subTitle" idx="1"/>
          </p:nvPr>
        </p:nvSpPr>
        <p:spPr>
          <a:xfrm>
            <a:off x="1622797" y="2714651"/>
            <a:ext cx="8956550" cy="3328742"/>
          </a:xfrm>
          <a:noFill/>
        </p:spPr>
        <p:txBody>
          <a:bodyPr anchor="t">
            <a:normAutofit/>
          </a:bodyPr>
          <a:lstStyle/>
          <a:p>
            <a:pPr>
              <a:lnSpc>
                <a:spcPct val="90000"/>
              </a:lnSpc>
            </a:pPr>
            <a:r>
              <a:rPr lang="en-US" sz="2800" dirty="0">
                <a:solidFill>
                  <a:schemeClr val="bg1"/>
                </a:solidFill>
              </a:rPr>
              <a:t>Companies selling smart devices, like Amazon Alexa, receive thousands of customer reviews, making it challenging to manually analyze feedback and identify areas for product improvement. Without an automated system, businesses may struggle to extract meaningful insights, resulting in missed opportunities to enhance product quality, customer satisfaction, and market competitiveness.</a:t>
            </a:r>
            <a:endParaRPr lang="en-IN" sz="28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808990" y="779780"/>
            <a:ext cx="5080000" cy="565150"/>
          </a:xfrm>
          <a:prstGeom prst="rect">
            <a:avLst/>
          </a:prstGeom>
        </p:spPr>
        <p:txBody>
          <a:bodyPr>
            <a:spAutoFit/>
          </a:bodyPr>
          <a:lstStyle/>
          <a:p>
            <a:pPr marL="0" indent="-6350" defTabSz="457200">
              <a:lnSpc>
                <a:spcPct val="110000"/>
              </a:lnSpc>
              <a:spcBef>
                <a:spcPct val="0"/>
              </a:spcBef>
              <a:spcAft>
                <a:spcPts val="700"/>
              </a:spcAft>
            </a:pPr>
            <a:r>
              <a:rPr lang="en-IN" sz="2800" b="1">
                <a:solidFill>
                  <a:srgbClr val="000000"/>
                </a:solidFill>
                <a:latin typeface="Arial" panose="020B0604020202020204"/>
                <a:ea typeface="Arial" panose="020B0604020202020204"/>
              </a:rPr>
              <a:t>DataSet Sample</a:t>
            </a:r>
          </a:p>
        </p:txBody>
      </p:sp>
      <p:pic>
        <p:nvPicPr>
          <p:cNvPr id="183" name="Picture 183"/>
          <p:cNvPicPr/>
          <p:nvPr/>
        </p:nvPicPr>
        <p:blipFill>
          <a:blip r:embed="rId2"/>
          <a:stretch>
            <a:fillRect/>
          </a:stretch>
        </p:blipFill>
        <p:spPr>
          <a:xfrm>
            <a:off x="696595" y="1531620"/>
            <a:ext cx="10108565" cy="51409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296660"/>
          </a:xfrm>
          <a:prstGeom prst="rect">
            <a:avLst/>
          </a:prstGeom>
        </p:spPr>
        <p:txBody>
          <a:bodyPr wrap="square">
            <a:noAutofit/>
          </a:bodyPr>
          <a:lstStyle/>
          <a:p>
            <a:pPr marL="6350" indent="-6350" algn="ctr" defTabSz="457200">
              <a:lnSpc>
                <a:spcPct val="107000"/>
              </a:lnSpc>
              <a:spcBef>
                <a:spcPct val="0"/>
              </a:spcBef>
              <a:spcAft>
                <a:spcPts val="2300"/>
              </a:spcAft>
            </a:pPr>
            <a:r>
              <a:rPr lang="en-IN" sz="2800" b="1" dirty="0">
                <a:solidFill>
                  <a:srgbClr val="000000"/>
                </a:solidFill>
                <a:latin typeface="Arial" panose="020B0604020202020204"/>
                <a:ea typeface="Arial" panose="020B0604020202020204"/>
                <a:sym typeface="+mn-ea"/>
              </a:rPr>
              <a:t>Dataset</a:t>
            </a:r>
            <a:endParaRPr lang="en-IN" sz="2800" b="1" dirty="0">
              <a:solidFill>
                <a:srgbClr val="000000"/>
              </a:solidFill>
              <a:latin typeface="Arial" panose="020B0604020202020204"/>
              <a:ea typeface="Arial" panose="020B0604020202020204"/>
            </a:endParaRPr>
          </a:p>
          <a:p>
            <a:pPr>
              <a:lnSpc>
                <a:spcPct val="90000"/>
              </a:lnSpc>
              <a:spcBef>
                <a:spcPct val="0"/>
              </a:spcBef>
              <a:spcAft>
                <a:spcPts val="3300"/>
              </a:spcAft>
            </a:pPr>
            <a:r>
              <a:rPr lang="en-US" sz="2800" dirty="0">
                <a:sym typeface="+mn-ea"/>
              </a:rPr>
              <a:t>This dataset consists:</a:t>
            </a:r>
            <a:endParaRPr lang="en-US" sz="2800" dirty="0"/>
          </a:p>
          <a:p>
            <a:pPr marL="447675" indent="-228600">
              <a:lnSpc>
                <a:spcPct val="90000"/>
              </a:lnSpc>
              <a:spcBef>
                <a:spcPct val="0"/>
              </a:spcBef>
              <a:spcAft>
                <a:spcPct val="0"/>
              </a:spcAft>
              <a:buFont typeface="Arial" panose="020B0604020202020204" pitchFamily="34" charset="0"/>
              <a:buChar char="•"/>
            </a:pPr>
            <a:r>
              <a:rPr lang="en-US" sz="2800" dirty="0">
                <a:sym typeface="+mn-ea"/>
              </a:rPr>
              <a:t>3000 Amazon customer reviews (input text), </a:t>
            </a:r>
            <a:endParaRPr lang="en-US" sz="2800" dirty="0"/>
          </a:p>
          <a:p>
            <a:pPr marL="447675" indent="-228600">
              <a:lnSpc>
                <a:spcPct val="90000"/>
              </a:lnSpc>
              <a:spcBef>
                <a:spcPct val="0"/>
              </a:spcBef>
              <a:spcAft>
                <a:spcPct val="0"/>
              </a:spcAft>
              <a:buFont typeface="Arial" panose="020B0604020202020204" pitchFamily="34" charset="0"/>
              <a:buChar char="•"/>
            </a:pPr>
            <a:r>
              <a:rPr lang="en-US" sz="2800" dirty="0">
                <a:sym typeface="+mn-ea"/>
              </a:rPr>
              <a:t>star ratings, </a:t>
            </a:r>
            <a:endParaRPr lang="en-US" sz="2800" dirty="0"/>
          </a:p>
          <a:p>
            <a:pPr marL="447675" indent="-228600">
              <a:lnSpc>
                <a:spcPct val="90000"/>
              </a:lnSpc>
              <a:spcBef>
                <a:spcPct val="0"/>
              </a:spcBef>
              <a:spcAft>
                <a:spcPct val="0"/>
              </a:spcAft>
              <a:buFont typeface="Arial" panose="020B0604020202020204" pitchFamily="34" charset="0"/>
              <a:buChar char="•"/>
            </a:pPr>
            <a:r>
              <a:rPr lang="en-US" sz="2800" dirty="0">
                <a:sym typeface="+mn-ea"/>
              </a:rPr>
              <a:t>date of review, </a:t>
            </a:r>
            <a:endParaRPr lang="en-US" sz="2800" dirty="0"/>
          </a:p>
          <a:p>
            <a:pPr marL="447675" indent="-228600">
              <a:lnSpc>
                <a:spcPct val="90000"/>
              </a:lnSpc>
              <a:spcBef>
                <a:spcPct val="0"/>
              </a:spcBef>
              <a:spcAft>
                <a:spcPts val="3300"/>
              </a:spcAft>
              <a:buFont typeface="Arial" panose="020B0604020202020204" pitchFamily="34" charset="0"/>
              <a:buChar char="•"/>
            </a:pPr>
            <a:r>
              <a:rPr lang="en-US" sz="2800" dirty="0">
                <a:sym typeface="+mn-ea"/>
              </a:rPr>
              <a:t>variant and feedback of various amazon Alexa products like Alexa Echo, Echo dots, Alexa Fire Sticks etc.</a:t>
            </a:r>
            <a:endParaRPr lang="en-IN" sz="2800" dirty="0">
              <a:solidFill>
                <a:srgbClr val="000000"/>
              </a:solidFill>
              <a:ea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7000"/>
              </a:lnSpc>
              <a:spcBef>
                <a:spcPct val="0"/>
              </a:spcBef>
              <a:spcAft>
                <a:spcPts val="2300"/>
              </a:spcAft>
            </a:pPr>
            <a:r>
              <a:rPr lang="en-US" altLang="en-IN" sz="2800" b="1">
                <a:solidFill>
                  <a:srgbClr val="000000"/>
                </a:solidFill>
                <a:latin typeface="Arial" panose="020B0604020202020204"/>
                <a:ea typeface="Arial" panose="020B0604020202020204"/>
                <a:sym typeface="+mn-ea"/>
              </a:rPr>
              <a:t>Analysis of Data</a:t>
            </a:r>
            <a:endParaRPr lang="en-IN" sz="2800" b="1">
              <a:solidFill>
                <a:srgbClr val="000000"/>
              </a:solidFill>
              <a:latin typeface="Arial" panose="020B0604020202020204"/>
              <a:ea typeface="Arial" panose="020B0604020202020204"/>
            </a:endParaRPr>
          </a:p>
          <a:p>
            <a:pPr marL="6350" indent="-6350" algn="just" defTabSz="457200">
              <a:lnSpc>
                <a:spcPct val="106000"/>
              </a:lnSpc>
              <a:spcBef>
                <a:spcPct val="0"/>
              </a:spcBef>
              <a:spcAft>
                <a:spcPts val="3300"/>
              </a:spcAft>
            </a:pPr>
            <a:endParaRPr lang="en-IN" sz="2800">
              <a:solidFill>
                <a:srgbClr val="000000"/>
              </a:solidFill>
              <a:ea typeface="Arial" panose="020B0604020202020204"/>
            </a:endParaRPr>
          </a:p>
        </p:txBody>
      </p:sp>
      <p:pic>
        <p:nvPicPr>
          <p:cNvPr id="218" name="Picture 218"/>
          <p:cNvPicPr/>
          <p:nvPr/>
        </p:nvPicPr>
        <p:blipFill>
          <a:blip r:embed="rId2"/>
          <a:srcRect t="3494"/>
          <a:stretch>
            <a:fillRect/>
          </a:stretch>
        </p:blipFill>
        <p:spPr>
          <a:xfrm>
            <a:off x="280670" y="942340"/>
            <a:ext cx="11557000" cy="5367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7000"/>
              </a:lnSpc>
              <a:spcBef>
                <a:spcPct val="0"/>
              </a:spcBef>
              <a:spcAft>
                <a:spcPts val="2300"/>
              </a:spcAft>
            </a:pPr>
            <a:r>
              <a:rPr lang="en-US" altLang="en-IN" sz="2800" b="1">
                <a:solidFill>
                  <a:srgbClr val="000000"/>
                </a:solidFill>
                <a:latin typeface="Arial" panose="020B0604020202020204"/>
                <a:ea typeface="Arial" panose="020B0604020202020204"/>
                <a:sym typeface="+mn-ea"/>
              </a:rPr>
              <a:t>Analysis of Data</a:t>
            </a:r>
            <a:endParaRPr lang="en-IN" sz="2800" b="1">
              <a:solidFill>
                <a:srgbClr val="000000"/>
              </a:solidFill>
              <a:latin typeface="Arial" panose="020B0604020202020204"/>
              <a:ea typeface="Arial" panose="020B0604020202020204"/>
            </a:endParaRPr>
          </a:p>
          <a:p>
            <a:pPr marL="6350" indent="-6350" algn="just" defTabSz="457200">
              <a:lnSpc>
                <a:spcPct val="106000"/>
              </a:lnSpc>
              <a:spcBef>
                <a:spcPct val="0"/>
              </a:spcBef>
              <a:spcAft>
                <a:spcPts val="3300"/>
              </a:spcAft>
            </a:pPr>
            <a:endParaRPr lang="en-IN" sz="2800">
              <a:solidFill>
                <a:srgbClr val="000000"/>
              </a:solidFill>
              <a:ea typeface="Arial" panose="020B0604020202020204"/>
            </a:endParaRPr>
          </a:p>
        </p:txBody>
      </p:sp>
      <p:pic>
        <p:nvPicPr>
          <p:cNvPr id="231" name="Picture 231"/>
          <p:cNvPicPr/>
          <p:nvPr/>
        </p:nvPicPr>
        <p:blipFill>
          <a:blip r:embed="rId2"/>
          <a:srcRect t="3828"/>
          <a:stretch>
            <a:fillRect/>
          </a:stretch>
        </p:blipFill>
        <p:spPr>
          <a:xfrm>
            <a:off x="438150" y="1076325"/>
            <a:ext cx="11477625" cy="5582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r>
              <a:rPr lang="en-US" sz="2800" b="1">
                <a:solidFill>
                  <a:srgbClr val="000000"/>
                </a:solidFill>
                <a:latin typeface="Arial" panose="020B0604020202020204"/>
                <a:ea typeface="Arial" panose="020B0604020202020204"/>
                <a:sym typeface="+mn-ea"/>
              </a:rPr>
              <a:t>Cleaning of Data</a:t>
            </a:r>
          </a:p>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pic>
        <p:nvPicPr>
          <p:cNvPr id="244" name="Picture 244"/>
          <p:cNvPicPr/>
          <p:nvPr/>
        </p:nvPicPr>
        <p:blipFill>
          <a:blip r:embed="rId2"/>
          <a:srcRect t="3240"/>
          <a:stretch>
            <a:fillRect/>
          </a:stretch>
        </p:blipFill>
        <p:spPr>
          <a:xfrm>
            <a:off x="377825" y="942340"/>
            <a:ext cx="11436350" cy="54616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0" name="Rectangle 29"/>
          <p:cNvSpPr>
            <a:spLocks noGrp="1" noRot="1" noChangeAspect="1" noMove="1" noResize="1" noEditPoints="1" noAdjustHandles="1" noChangeArrowheads="1" noChangeShapeType="1" noTextEdit="1"/>
          </p:cNvSpPr>
          <p:nvPr/>
        </p:nvSpPr>
        <p:spPr>
          <a:xfrm>
            <a:off x="152400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a:spLocks noGrp="1" noRot="1" noChangeAspect="1" noMove="1" noResize="1" noEditPoints="1" noAdjustHandles="1" noChangeArrowheads="1" noChangeShapeType="1" noTextEdit="1"/>
          </p:cNvSpPr>
          <p:nvPr/>
        </p:nvSpPr>
        <p:spPr>
          <a:xfrm rot="16200000" flipH="1">
            <a:off x="2666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a:spLocks noGrp="1" noRot="1" noChangeAspect="1" noMove="1" noResize="1" noEditPoints="1" noAdjustHandles="1" noChangeArrowheads="1" noChangeShapeType="1" noTextEdit="1"/>
          </p:cNvSpPr>
          <p:nvPr/>
        </p:nvSpPr>
        <p:spPr>
          <a:xfrm rot="10800000" flipH="1">
            <a:off x="1522267"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a:spLocks noGrp="1" noRot="1" noChangeAspect="1" noMove="1" noResize="1" noEditPoints="1" noAdjustHandles="1" noChangeArrowheads="1" noChangeShapeType="1" noTextEdit="1"/>
          </p:cNvSpPr>
          <p:nvPr/>
        </p:nvSpPr>
        <p:spPr>
          <a:xfrm rot="16200000" flipH="1">
            <a:off x="3649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business model&#10;&#10;AI-generated content may be incorrect."/>
          <p:cNvPicPr>
            <a:picLocks noChangeAspect="1"/>
          </p:cNvPicPr>
          <p:nvPr/>
        </p:nvPicPr>
        <p:blipFill>
          <a:blip r:embed="rId2"/>
          <a:srcRect l="758" r="1" b="1"/>
          <a:stretch>
            <a:fillRect/>
          </a:stretch>
        </p:blipFill>
        <p:spPr>
          <a:xfrm>
            <a:off x="2150483" y="457200"/>
            <a:ext cx="7891034" cy="5943600"/>
          </a:xfrm>
          <a:prstGeom prst="rect">
            <a:avLst/>
          </a:prstGeom>
        </p:spPr>
      </p:pic>
      <p:pic>
        <p:nvPicPr>
          <p:cNvPr id="7" name="Picture 6">
            <a:extLst>
              <a:ext uri="{FF2B5EF4-FFF2-40B4-BE49-F238E27FC236}">
                <a16:creationId xmlns:a16="http://schemas.microsoft.com/office/drawing/2014/main" id="{126CBC27-3981-C63A-A161-12D311101E6E}"/>
              </a:ext>
            </a:extLst>
          </p:cNvPr>
          <p:cNvPicPr>
            <a:picLocks noChangeAspect="1"/>
          </p:cNvPicPr>
          <p:nvPr/>
        </p:nvPicPr>
        <p:blipFill>
          <a:blip r:embed="rId3"/>
          <a:stretch>
            <a:fillRect/>
          </a:stretch>
        </p:blipFill>
        <p:spPr>
          <a:xfrm>
            <a:off x="633412" y="14287"/>
            <a:ext cx="10925175" cy="68294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5607050"/>
          </a:xfrm>
          <a:prstGeom prst="rect">
            <a:avLst/>
          </a:prstGeom>
        </p:spPr>
        <p:txBody>
          <a:bodyPr wrap="square">
            <a:noAutofit/>
          </a:bodyPr>
          <a:lstStyle/>
          <a:p>
            <a:pPr marL="0" indent="0" algn="ctr" defTabSz="457200">
              <a:lnSpc>
                <a:spcPct val="107000"/>
              </a:lnSpc>
              <a:spcBef>
                <a:spcPct val="0"/>
              </a:spcBef>
              <a:spcAft>
                <a:spcPts val="8600"/>
              </a:spcAft>
            </a:pPr>
            <a:r>
              <a:rPr lang="en-IN" sz="6200" b="1">
                <a:solidFill>
                  <a:srgbClr val="000000"/>
                </a:solidFill>
                <a:ea typeface="Arial" panose="020B0604020202020204"/>
              </a:rPr>
              <a:t>Algorithms</a:t>
            </a:r>
          </a:p>
          <a:p>
            <a:pPr marL="795655" indent="-338455" algn="just" defTabSz="457200">
              <a:lnSpc>
                <a:spcPct val="106000"/>
              </a:lnSpc>
              <a:spcBef>
                <a:spcPct val="0"/>
              </a:spcBef>
              <a:spcAft>
                <a:spcPts val="3300"/>
              </a:spcAft>
            </a:pPr>
            <a:r>
              <a:rPr lang="en-IN" sz="4000">
                <a:solidFill>
                  <a:srgbClr val="000000"/>
                </a:solidFill>
                <a:ea typeface="Arial" panose="020B0604020202020204"/>
              </a:rPr>
              <a:t>1.</a:t>
            </a:r>
            <a:r>
              <a:rPr lang="en-IN" sz="4000">
                <a:solidFill>
                  <a:srgbClr val="000000"/>
                </a:solidFill>
                <a:latin typeface="Times New Roman" panose="02020603050405020304"/>
                <a:ea typeface="Times New Roman" panose="02020603050405020304"/>
              </a:rPr>
              <a:t>    </a:t>
            </a:r>
            <a:r>
              <a:rPr lang="en-IN" sz="4000">
                <a:solidFill>
                  <a:srgbClr val="000000"/>
                </a:solidFill>
                <a:ea typeface="Arial" panose="020B0604020202020204"/>
              </a:rPr>
              <a:t>Naive Bayes Classifier</a:t>
            </a:r>
          </a:p>
          <a:p>
            <a:pPr marL="795655" indent="-338455" algn="just" defTabSz="457200">
              <a:lnSpc>
                <a:spcPct val="106000"/>
              </a:lnSpc>
              <a:spcBef>
                <a:spcPct val="0"/>
              </a:spcBef>
              <a:spcAft>
                <a:spcPts val="3300"/>
              </a:spcAft>
            </a:pPr>
            <a:r>
              <a:rPr lang="en-IN" sz="4000">
                <a:solidFill>
                  <a:srgbClr val="000000"/>
                </a:solidFill>
                <a:ea typeface="Arial" panose="020B0604020202020204"/>
              </a:rPr>
              <a:t>2.</a:t>
            </a:r>
            <a:r>
              <a:rPr lang="en-IN" sz="4000">
                <a:solidFill>
                  <a:srgbClr val="000000"/>
                </a:solidFill>
                <a:latin typeface="Times New Roman" panose="02020603050405020304"/>
                <a:ea typeface="Times New Roman" panose="02020603050405020304"/>
              </a:rPr>
              <a:t>    </a:t>
            </a:r>
            <a:r>
              <a:rPr lang="en-IN" sz="4000">
                <a:solidFill>
                  <a:srgbClr val="000000"/>
                </a:solidFill>
                <a:ea typeface="Arial" panose="020B0604020202020204"/>
              </a:rPr>
              <a:t>Random Forest Classifier</a:t>
            </a:r>
          </a:p>
          <a:p>
            <a:pPr marL="795655" indent="-338455" algn="just" defTabSz="457200">
              <a:lnSpc>
                <a:spcPct val="106000"/>
              </a:lnSpc>
              <a:spcBef>
                <a:spcPct val="0"/>
              </a:spcBef>
              <a:spcAft>
                <a:spcPts val="3300"/>
              </a:spcAft>
            </a:pPr>
            <a:r>
              <a:rPr lang="en-US" altLang="en-IN" sz="4000">
                <a:solidFill>
                  <a:srgbClr val="000000"/>
                </a:solidFill>
                <a:ea typeface="Arial" panose="020B0604020202020204"/>
              </a:rPr>
              <a:t>3.     Decision Tree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759460"/>
          </a:xfrm>
          <a:prstGeom prst="rect">
            <a:avLst/>
          </a:prstGeom>
        </p:spPr>
        <p:txBody>
          <a:bodyPr wrap="square">
            <a:noAutofit/>
          </a:bodyPr>
          <a:lstStyle/>
          <a:p>
            <a:pPr marL="0" indent="0" algn="ctr" defTabSz="457200">
              <a:lnSpc>
                <a:spcPct val="107000"/>
              </a:lnSpc>
              <a:spcBef>
                <a:spcPct val="0"/>
              </a:spcBef>
              <a:spcAft>
                <a:spcPts val="8600"/>
              </a:spcAft>
            </a:pPr>
            <a:r>
              <a:rPr lang="en-US" altLang="en-US" sz="3600" b="1">
                <a:solidFill>
                  <a:srgbClr val="000000"/>
                </a:solidFill>
                <a:ea typeface="Arial" panose="020B0604020202020204"/>
              </a:rPr>
              <a:t>Naive Bayes Classifier</a:t>
            </a:r>
          </a:p>
          <a:p>
            <a:pPr marL="0" indent="0" algn="ctr" defTabSz="457200">
              <a:lnSpc>
                <a:spcPct val="107000"/>
              </a:lnSpc>
              <a:spcBef>
                <a:spcPct val="0"/>
              </a:spcBef>
              <a:spcAft>
                <a:spcPts val="8600"/>
              </a:spcAft>
            </a:pPr>
            <a:endParaRPr lang="en-US" altLang="en-US" sz="2800" b="1">
              <a:solidFill>
                <a:srgbClr val="000000"/>
              </a:solidFill>
              <a:ea typeface="Arial" panose="020B0604020202020204"/>
            </a:endParaRPr>
          </a:p>
          <a:p>
            <a:pPr marL="0" indent="0" algn="ctr" defTabSz="457200">
              <a:lnSpc>
                <a:spcPct val="107000"/>
              </a:lnSpc>
              <a:spcBef>
                <a:spcPct val="0"/>
              </a:spcBef>
              <a:spcAft>
                <a:spcPts val="8600"/>
              </a:spcAft>
            </a:pPr>
            <a:endParaRPr lang="en-US" altLang="en-US" sz="2800" b="1">
              <a:solidFill>
                <a:srgbClr val="000000"/>
              </a:solidFill>
              <a:ea typeface="Arial" panose="020B0604020202020204"/>
            </a:endParaRPr>
          </a:p>
        </p:txBody>
      </p:sp>
      <p:sp>
        <p:nvSpPr>
          <p:cNvPr id="4" name="Text Box 3"/>
          <p:cNvSpPr txBox="1"/>
          <p:nvPr/>
        </p:nvSpPr>
        <p:spPr>
          <a:xfrm>
            <a:off x="1414145" y="1570355"/>
            <a:ext cx="8886190" cy="3501390"/>
          </a:xfrm>
          <a:prstGeom prst="rect">
            <a:avLst/>
          </a:prstGeom>
          <a:noFill/>
        </p:spPr>
        <p:txBody>
          <a:bodyPr wrap="square" rtlCol="0">
            <a:noAutofit/>
          </a:bodyPr>
          <a:lstStyle/>
          <a:p>
            <a:pPr marL="285750" indent="-285750">
              <a:buFont typeface="Arial" panose="020B0604020202020204" pitchFamily="34" charset="0"/>
              <a:buChar char="•"/>
            </a:pPr>
            <a:r>
              <a:rPr lang="en-US" altLang="en-US" sz="2400"/>
              <a:t>The Naïve Bayes classifier is a supervised machine learning algorithm, which is used for classification tasks, like text classification. </a:t>
            </a:r>
          </a:p>
          <a:p>
            <a:pPr marL="285750" indent="-285750">
              <a:buFont typeface="Arial" panose="020B0604020202020204" pitchFamily="34" charset="0"/>
              <a:buChar char="•"/>
            </a:pPr>
            <a:r>
              <a:rPr lang="en-US" altLang="en-US" sz="2400"/>
              <a:t>It is also part of a family of generative learning algorithms, meaning that it seeks to model the distribution of inputs of a given class or category. </a:t>
            </a:r>
          </a:p>
          <a:p>
            <a:pPr marL="285750" indent="-285750">
              <a:buFont typeface="Arial" panose="020B0604020202020204" pitchFamily="34" charset="0"/>
              <a:buChar char="•"/>
            </a:pPr>
            <a:r>
              <a:rPr lang="en-US" altLang="en-US" sz="2400"/>
              <a:t>Unlike discriminative classifiers, like logistic regression, it does not learn which features are most important to differentiate between classes.</a:t>
            </a:r>
          </a:p>
          <a:p>
            <a:pPr marL="285750" indent="-285750">
              <a:buFont typeface="Arial" panose="020B0604020202020204" pitchFamily="34" charset="0"/>
              <a:buChar char="•"/>
            </a:pPr>
            <a:endParaRPr lang="en-US"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759460"/>
          </a:xfrm>
          <a:prstGeom prst="rect">
            <a:avLst/>
          </a:prstGeom>
        </p:spPr>
        <p:txBody>
          <a:bodyPr wrap="square">
            <a:noAutofit/>
          </a:bodyPr>
          <a:lstStyle/>
          <a:p>
            <a:pPr marL="0" indent="0" algn="ctr" defTabSz="457200">
              <a:lnSpc>
                <a:spcPct val="107000"/>
              </a:lnSpc>
              <a:spcBef>
                <a:spcPct val="0"/>
              </a:spcBef>
              <a:spcAft>
                <a:spcPts val="8600"/>
              </a:spcAft>
            </a:pPr>
            <a:r>
              <a:rPr lang="en-US" altLang="en-US" sz="3600" b="1">
                <a:solidFill>
                  <a:srgbClr val="000000"/>
                </a:solidFill>
                <a:ea typeface="Arial" panose="020B0604020202020204"/>
              </a:rPr>
              <a:t>Naive Bayes Classifier</a:t>
            </a:r>
          </a:p>
          <a:p>
            <a:pPr marL="0" indent="0" algn="ctr" defTabSz="457200">
              <a:lnSpc>
                <a:spcPct val="107000"/>
              </a:lnSpc>
              <a:spcBef>
                <a:spcPct val="0"/>
              </a:spcBef>
              <a:spcAft>
                <a:spcPts val="8600"/>
              </a:spcAft>
            </a:pPr>
            <a:endParaRPr lang="en-US" altLang="en-US" sz="2800" b="1">
              <a:solidFill>
                <a:srgbClr val="000000"/>
              </a:solidFill>
              <a:ea typeface="Arial" panose="020B0604020202020204"/>
            </a:endParaRPr>
          </a:p>
          <a:p>
            <a:pPr marL="0" indent="0" algn="ctr" defTabSz="457200">
              <a:lnSpc>
                <a:spcPct val="107000"/>
              </a:lnSpc>
              <a:spcBef>
                <a:spcPct val="0"/>
              </a:spcBef>
              <a:spcAft>
                <a:spcPts val="8600"/>
              </a:spcAft>
            </a:pPr>
            <a:endParaRPr lang="en-US" altLang="en-US" sz="2800" b="1">
              <a:solidFill>
                <a:srgbClr val="000000"/>
              </a:solidFill>
              <a:ea typeface="Arial" panose="020B0604020202020204"/>
            </a:endParaRPr>
          </a:p>
        </p:txBody>
      </p:sp>
      <p:pic>
        <p:nvPicPr>
          <p:cNvPr id="415" name="Picture 415"/>
          <p:cNvPicPr/>
          <p:nvPr/>
        </p:nvPicPr>
        <p:blipFill>
          <a:blip r:embed="rId2"/>
          <a:stretch>
            <a:fillRect/>
          </a:stretch>
        </p:blipFill>
        <p:spPr>
          <a:xfrm>
            <a:off x="1004570" y="1337945"/>
            <a:ext cx="10338435" cy="48450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759460"/>
          </a:xfrm>
          <a:prstGeom prst="rect">
            <a:avLst/>
          </a:prstGeom>
        </p:spPr>
        <p:txBody>
          <a:bodyPr wrap="square">
            <a:noAutofit/>
          </a:bodyPr>
          <a:lstStyle/>
          <a:p>
            <a:pPr marL="0" indent="0" algn="ctr" defTabSz="457200">
              <a:lnSpc>
                <a:spcPct val="107000"/>
              </a:lnSpc>
              <a:spcBef>
                <a:spcPct val="0"/>
              </a:spcBef>
              <a:spcAft>
                <a:spcPts val="8600"/>
              </a:spcAft>
            </a:pPr>
            <a:r>
              <a:rPr lang="en-US" altLang="en-US" sz="4400" b="1">
                <a:solidFill>
                  <a:srgbClr val="000000"/>
                </a:solidFill>
                <a:ea typeface="Arial" panose="020B0604020202020204"/>
              </a:rPr>
              <a:t>Decision Tree</a:t>
            </a:r>
          </a:p>
          <a:p>
            <a:pPr marL="0" indent="0" algn="ctr" defTabSz="457200">
              <a:lnSpc>
                <a:spcPct val="107000"/>
              </a:lnSpc>
              <a:spcBef>
                <a:spcPct val="0"/>
              </a:spcBef>
              <a:spcAft>
                <a:spcPts val="8600"/>
              </a:spcAft>
            </a:pPr>
            <a:endParaRPr lang="en-US" altLang="en-US" sz="4400" b="1">
              <a:solidFill>
                <a:srgbClr val="000000"/>
              </a:solidFill>
              <a:ea typeface="Arial" panose="020B0604020202020204"/>
            </a:endParaRPr>
          </a:p>
        </p:txBody>
      </p:sp>
      <p:sp>
        <p:nvSpPr>
          <p:cNvPr id="4" name="Text Box 3"/>
          <p:cNvSpPr txBox="1"/>
          <p:nvPr/>
        </p:nvSpPr>
        <p:spPr>
          <a:xfrm>
            <a:off x="1414145" y="1570355"/>
            <a:ext cx="8886190" cy="3501390"/>
          </a:xfrm>
          <a:prstGeom prst="rect">
            <a:avLst/>
          </a:prstGeom>
          <a:noFill/>
        </p:spPr>
        <p:txBody>
          <a:bodyPr wrap="square" rtlCol="0">
            <a:noAutofit/>
          </a:bodyPr>
          <a:lstStyle/>
          <a:p>
            <a:pPr marL="285750" indent="-285750">
              <a:buFont typeface="Arial" panose="020B0604020202020204" pitchFamily="34" charset="0"/>
              <a:buChar char="•"/>
            </a:pPr>
            <a:r>
              <a:rPr lang="en-US" altLang="en-US" sz="3200"/>
              <a:t>A decision tree is a non-parametric supervised learning algorithm.</a:t>
            </a:r>
          </a:p>
          <a:p>
            <a:pPr marL="285750" indent="-285750">
              <a:buFont typeface="Arial" panose="020B0604020202020204" pitchFamily="34" charset="0"/>
              <a:buChar char="•"/>
            </a:pPr>
            <a:r>
              <a:rPr lang="en-US" altLang="en-US" sz="3200"/>
              <a:t>It is utilized for both classification and regression tasks.</a:t>
            </a:r>
          </a:p>
          <a:p>
            <a:pPr marL="285750" indent="-285750">
              <a:buFont typeface="Arial" panose="020B0604020202020204" pitchFamily="34" charset="0"/>
              <a:buChar char="•"/>
            </a:pPr>
            <a:r>
              <a:rPr lang="en-US" altLang="en-US" sz="3200"/>
              <a:t>It has a hierarchical, tree structure, which consists of a root node, branches, internal nodes and leaf nodes.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759460"/>
          </a:xfrm>
          <a:prstGeom prst="rect">
            <a:avLst/>
          </a:prstGeom>
        </p:spPr>
        <p:txBody>
          <a:bodyPr wrap="square">
            <a:noAutofit/>
          </a:bodyPr>
          <a:lstStyle/>
          <a:p>
            <a:pPr marL="0" indent="0" algn="ctr" defTabSz="457200">
              <a:lnSpc>
                <a:spcPct val="107000"/>
              </a:lnSpc>
              <a:spcBef>
                <a:spcPct val="0"/>
              </a:spcBef>
              <a:spcAft>
                <a:spcPts val="8600"/>
              </a:spcAft>
            </a:pPr>
            <a:r>
              <a:rPr lang="en-US" altLang="en-US" sz="4400" b="1">
                <a:solidFill>
                  <a:srgbClr val="000000"/>
                </a:solidFill>
                <a:ea typeface="Arial" panose="020B0604020202020204"/>
              </a:rPr>
              <a:t>Decision Tree</a:t>
            </a:r>
          </a:p>
          <a:p>
            <a:pPr marL="0" indent="0" algn="ctr" defTabSz="457200">
              <a:lnSpc>
                <a:spcPct val="107000"/>
              </a:lnSpc>
              <a:spcBef>
                <a:spcPct val="0"/>
              </a:spcBef>
              <a:spcAft>
                <a:spcPts val="8600"/>
              </a:spcAft>
            </a:pPr>
            <a:endParaRPr lang="en-US" altLang="en-US" sz="4400" b="1">
              <a:solidFill>
                <a:srgbClr val="000000"/>
              </a:solidFill>
              <a:ea typeface="Arial" panose="020B0604020202020204"/>
            </a:endParaRPr>
          </a:p>
        </p:txBody>
      </p:sp>
      <p:pic>
        <p:nvPicPr>
          <p:cNvPr id="447" name="Picture 447"/>
          <p:cNvPicPr/>
          <p:nvPr/>
        </p:nvPicPr>
        <p:blipFill>
          <a:blip r:embed="rId2"/>
          <a:stretch>
            <a:fillRect/>
          </a:stretch>
        </p:blipFill>
        <p:spPr>
          <a:xfrm>
            <a:off x="922020" y="1302385"/>
            <a:ext cx="10167620" cy="46215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759460"/>
          </a:xfrm>
          <a:prstGeom prst="rect">
            <a:avLst/>
          </a:prstGeom>
        </p:spPr>
        <p:txBody>
          <a:bodyPr wrap="square">
            <a:noAutofit/>
          </a:bodyPr>
          <a:lstStyle/>
          <a:p>
            <a:pPr marL="0" indent="0" algn="ctr" defTabSz="457200">
              <a:lnSpc>
                <a:spcPct val="107000"/>
              </a:lnSpc>
              <a:spcBef>
                <a:spcPct val="0"/>
              </a:spcBef>
              <a:spcAft>
                <a:spcPts val="8600"/>
              </a:spcAft>
            </a:pPr>
            <a:r>
              <a:rPr lang="en-US" altLang="en-US" sz="4400" b="1">
                <a:solidFill>
                  <a:srgbClr val="000000"/>
                </a:solidFill>
                <a:ea typeface="Arial" panose="020B0604020202020204"/>
              </a:rPr>
              <a:t>Random Forest Classifier</a:t>
            </a:r>
          </a:p>
        </p:txBody>
      </p:sp>
      <p:sp>
        <p:nvSpPr>
          <p:cNvPr id="4" name="Text Box 3"/>
          <p:cNvSpPr txBox="1"/>
          <p:nvPr/>
        </p:nvSpPr>
        <p:spPr>
          <a:xfrm>
            <a:off x="1414145" y="1983740"/>
            <a:ext cx="8886190" cy="4058285"/>
          </a:xfrm>
          <a:prstGeom prst="rect">
            <a:avLst/>
          </a:prstGeom>
          <a:noFill/>
        </p:spPr>
        <p:txBody>
          <a:bodyPr wrap="square" rtlCol="0">
            <a:noAutofit/>
          </a:bodyPr>
          <a:lstStyle/>
          <a:p>
            <a:pPr marL="285750" indent="-285750">
              <a:buFont typeface="Arial" panose="020B0604020202020204" pitchFamily="34" charset="0"/>
              <a:buChar char="•"/>
            </a:pPr>
            <a:r>
              <a:rPr lang="en-US" altLang="en-US" sz="3200"/>
              <a:t>Random forest is a commonly-used machine learning algorithm which combines the output of multiple decision trees to reach a single result.</a:t>
            </a:r>
          </a:p>
          <a:p>
            <a:pPr marL="285750" indent="-285750">
              <a:buFont typeface="Arial" panose="020B0604020202020204" pitchFamily="34" charset="0"/>
              <a:buChar char="•"/>
            </a:pPr>
            <a:r>
              <a:rPr lang="en-US" altLang="en-US" sz="3200"/>
              <a:t>Its ease of use and flexibility have fueled its adoption, as it handles both classification and regression problems.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759460"/>
          </a:xfrm>
          <a:prstGeom prst="rect">
            <a:avLst/>
          </a:prstGeom>
        </p:spPr>
        <p:txBody>
          <a:bodyPr wrap="square">
            <a:noAutofit/>
          </a:bodyPr>
          <a:lstStyle/>
          <a:p>
            <a:pPr marL="0" indent="0" algn="ctr" defTabSz="457200">
              <a:lnSpc>
                <a:spcPct val="107000"/>
              </a:lnSpc>
              <a:spcBef>
                <a:spcPct val="0"/>
              </a:spcBef>
              <a:spcAft>
                <a:spcPts val="8600"/>
              </a:spcAft>
            </a:pPr>
            <a:r>
              <a:rPr lang="en-US" altLang="en-US" sz="4400" b="1">
                <a:solidFill>
                  <a:srgbClr val="000000"/>
                </a:solidFill>
                <a:ea typeface="Arial" panose="020B0604020202020204"/>
              </a:rPr>
              <a:t>Random Forest Classifier</a:t>
            </a:r>
          </a:p>
        </p:txBody>
      </p:sp>
      <p:pic>
        <p:nvPicPr>
          <p:cNvPr id="478" name="Picture 478"/>
          <p:cNvPicPr/>
          <p:nvPr/>
        </p:nvPicPr>
        <p:blipFill>
          <a:blip r:embed="rId2"/>
          <a:stretch>
            <a:fillRect/>
          </a:stretch>
        </p:blipFill>
        <p:spPr>
          <a:xfrm>
            <a:off x="779145" y="1365250"/>
            <a:ext cx="10418445" cy="4953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759460"/>
          </a:xfrm>
          <a:prstGeom prst="rect">
            <a:avLst/>
          </a:prstGeom>
        </p:spPr>
        <p:txBody>
          <a:bodyPr wrap="square">
            <a:noAutofit/>
          </a:bodyPr>
          <a:lstStyle/>
          <a:p>
            <a:pPr marL="0" indent="0" algn="ctr" defTabSz="457200">
              <a:lnSpc>
                <a:spcPct val="107000"/>
              </a:lnSpc>
              <a:spcBef>
                <a:spcPct val="0"/>
              </a:spcBef>
              <a:spcAft>
                <a:spcPts val="8600"/>
              </a:spcAft>
            </a:pPr>
            <a:endParaRPr lang="en-US" altLang="en-US" sz="4400" b="1">
              <a:solidFill>
                <a:srgbClr val="000000"/>
              </a:solidFill>
              <a:ea typeface="Arial" panose="020B0604020202020204"/>
            </a:endParaRPr>
          </a:p>
        </p:txBody>
      </p:sp>
      <p:sp>
        <p:nvSpPr>
          <p:cNvPr id="4" name="Text Box 3"/>
          <p:cNvSpPr txBox="1"/>
          <p:nvPr/>
        </p:nvSpPr>
        <p:spPr>
          <a:xfrm>
            <a:off x="1177290" y="615950"/>
            <a:ext cx="10195560" cy="5706110"/>
          </a:xfrm>
          <a:prstGeom prst="rect">
            <a:avLst/>
          </a:prstGeom>
        </p:spPr>
        <p:txBody>
          <a:bodyPr>
            <a:noAutofit/>
          </a:bodyPr>
          <a:lstStyle/>
          <a:p>
            <a:pPr marL="0" indent="-6350" algn="ctr" defTabSz="457200">
              <a:lnSpc>
                <a:spcPct val="110000"/>
              </a:lnSpc>
              <a:spcBef>
                <a:spcPct val="0"/>
              </a:spcBef>
              <a:spcAft>
                <a:spcPts val="5400"/>
              </a:spcAft>
            </a:pPr>
            <a:r>
              <a:rPr lang="en-IN" sz="3600" b="1">
                <a:solidFill>
                  <a:srgbClr val="000000"/>
                </a:solidFill>
                <a:latin typeface="Arial" panose="020B0604020202020204"/>
                <a:ea typeface="Arial" panose="020B0604020202020204"/>
              </a:rPr>
              <a:t>Accuracy</a:t>
            </a:r>
            <a:endParaRPr lang="en-IN" b="0">
              <a:solidFill>
                <a:srgbClr val="000000"/>
              </a:solidFill>
              <a:latin typeface="Arial" panose="020B0604020202020204"/>
              <a:ea typeface="Arial" panose="020B0604020202020204"/>
            </a:endParaRPr>
          </a:p>
          <a:p>
            <a:pPr marL="6350" indent="-6350" algn="just" defTabSz="457200">
              <a:lnSpc>
                <a:spcPct val="106000"/>
              </a:lnSpc>
              <a:spcBef>
                <a:spcPct val="0"/>
              </a:spcBef>
              <a:spcAft>
                <a:spcPts val="3300"/>
              </a:spcAft>
            </a:pPr>
            <a:r>
              <a:rPr lang="en-IN" sz="2800">
                <a:solidFill>
                  <a:srgbClr val="000000"/>
                </a:solidFill>
                <a:ea typeface="Arial" panose="020B0604020202020204"/>
              </a:rPr>
              <a:t>Naive Bayes Classifier: 0.9095238095238095</a:t>
            </a:r>
          </a:p>
          <a:p>
            <a:pPr marL="6350" indent="-6350" algn="just" defTabSz="457200">
              <a:lnSpc>
                <a:spcPct val="106000"/>
              </a:lnSpc>
              <a:spcBef>
                <a:spcPct val="0"/>
              </a:spcBef>
              <a:spcAft>
                <a:spcPts val="3300"/>
              </a:spcAft>
            </a:pPr>
            <a:r>
              <a:rPr lang="en-IN" sz="2800">
                <a:solidFill>
                  <a:srgbClr val="000000"/>
                </a:solidFill>
                <a:ea typeface="Arial" panose="020B0604020202020204"/>
              </a:rPr>
              <a:t>Random Forest Classifier: 0.9412698412698413</a:t>
            </a:r>
          </a:p>
          <a:p>
            <a:pPr marL="6350" indent="-6350" algn="just" defTabSz="457200">
              <a:lnSpc>
                <a:spcPct val="106000"/>
              </a:lnSpc>
              <a:spcBef>
                <a:spcPct val="0"/>
              </a:spcBef>
              <a:spcAft>
                <a:spcPts val="3300"/>
              </a:spcAft>
            </a:pPr>
            <a:r>
              <a:rPr lang="en-IN" sz="2800">
                <a:solidFill>
                  <a:srgbClr val="000000"/>
                </a:solidFill>
                <a:ea typeface="Arial" panose="020B0604020202020204"/>
              </a:rPr>
              <a:t>Decision Tree: 0.9333333333333333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r>
              <a:rPr lang="en-US" sz="2800" b="1">
                <a:solidFill>
                  <a:srgbClr val="000000"/>
                </a:solidFill>
                <a:latin typeface="Arial" panose="020B0604020202020204"/>
                <a:ea typeface="Arial" panose="020B0604020202020204"/>
                <a:sym typeface="+mn-ea"/>
              </a:rPr>
              <a:t>Visualization of Data</a:t>
            </a:r>
          </a:p>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pic>
        <p:nvPicPr>
          <p:cNvPr id="257" name="Picture 257"/>
          <p:cNvPicPr/>
          <p:nvPr/>
        </p:nvPicPr>
        <p:blipFill>
          <a:blip r:embed="rId2"/>
          <a:stretch>
            <a:fillRect/>
          </a:stretch>
        </p:blipFill>
        <p:spPr>
          <a:xfrm>
            <a:off x="939800" y="1185545"/>
            <a:ext cx="10608945" cy="51149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r>
              <a:rPr lang="en-US" sz="2800" b="1">
                <a:solidFill>
                  <a:srgbClr val="000000"/>
                </a:solidFill>
                <a:latin typeface="Arial" panose="020B0604020202020204"/>
                <a:ea typeface="Arial" panose="020B0604020202020204"/>
                <a:sym typeface="+mn-ea"/>
              </a:rPr>
              <a:t>Visualization of Data</a:t>
            </a:r>
          </a:p>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pic>
        <p:nvPicPr>
          <p:cNvPr id="270" name="Picture 270"/>
          <p:cNvPicPr/>
          <p:nvPr/>
        </p:nvPicPr>
        <p:blipFill>
          <a:blip r:embed="rId2"/>
          <a:stretch>
            <a:fillRect/>
          </a:stretch>
        </p:blipFill>
        <p:spPr>
          <a:xfrm>
            <a:off x="725170" y="1050925"/>
            <a:ext cx="10979785" cy="52044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r>
              <a:rPr lang="en-US" sz="2800" b="1">
                <a:solidFill>
                  <a:srgbClr val="000000"/>
                </a:solidFill>
                <a:latin typeface="Arial" panose="020B0604020202020204"/>
                <a:ea typeface="Arial" panose="020B0604020202020204"/>
                <a:sym typeface="+mn-ea"/>
              </a:rPr>
              <a:t>Visualization of Data</a:t>
            </a:r>
          </a:p>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pic>
        <p:nvPicPr>
          <p:cNvPr id="283" name="Picture 283"/>
          <p:cNvPicPr/>
          <p:nvPr/>
        </p:nvPicPr>
        <p:blipFill>
          <a:blip r:embed="rId2"/>
          <a:stretch>
            <a:fillRect/>
          </a:stretch>
        </p:blipFill>
        <p:spPr>
          <a:xfrm>
            <a:off x="595630" y="942340"/>
            <a:ext cx="11109960" cy="53390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r>
              <a:rPr lang="en-US" sz="2800" b="1">
                <a:solidFill>
                  <a:srgbClr val="000000"/>
                </a:solidFill>
                <a:latin typeface="Arial" panose="020B0604020202020204"/>
                <a:ea typeface="Arial" panose="020B0604020202020204"/>
                <a:sym typeface="+mn-ea"/>
              </a:rPr>
              <a:t>Visualization of Data</a:t>
            </a:r>
          </a:p>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pic>
        <p:nvPicPr>
          <p:cNvPr id="296" name="Picture 296"/>
          <p:cNvPicPr/>
          <p:nvPr/>
        </p:nvPicPr>
        <p:blipFill>
          <a:blip r:embed="rId2"/>
          <a:stretch>
            <a:fillRect/>
          </a:stretch>
        </p:blipFill>
        <p:spPr>
          <a:xfrm>
            <a:off x="595630" y="942340"/>
            <a:ext cx="11271250" cy="55194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r>
              <a:rPr lang="en-US" sz="2800" b="1">
                <a:solidFill>
                  <a:srgbClr val="000000"/>
                </a:solidFill>
                <a:latin typeface="Arial" panose="020B0604020202020204"/>
                <a:ea typeface="Arial" panose="020B0604020202020204"/>
                <a:sym typeface="+mn-ea"/>
              </a:rPr>
              <a:t>Visualization of Data</a:t>
            </a:r>
          </a:p>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pic>
        <p:nvPicPr>
          <p:cNvPr id="309" name="Picture 309"/>
          <p:cNvPicPr/>
          <p:nvPr/>
        </p:nvPicPr>
        <p:blipFill>
          <a:blip r:embed="rId2"/>
          <a:stretch>
            <a:fillRect/>
          </a:stretch>
        </p:blipFill>
        <p:spPr>
          <a:xfrm>
            <a:off x="595630" y="1122680"/>
            <a:ext cx="10993120" cy="51600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r>
              <a:rPr lang="en-US" sz="2800" b="1">
                <a:solidFill>
                  <a:srgbClr val="000000"/>
                </a:solidFill>
                <a:latin typeface="Arial" panose="020B0604020202020204"/>
                <a:ea typeface="Arial" panose="020B0604020202020204"/>
                <a:sym typeface="+mn-ea"/>
              </a:rPr>
              <a:t>Visualization of Data</a:t>
            </a:r>
          </a:p>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pic>
        <p:nvPicPr>
          <p:cNvPr id="322" name="Picture 322"/>
          <p:cNvPicPr/>
          <p:nvPr/>
        </p:nvPicPr>
        <p:blipFill>
          <a:blip r:embed="rId2"/>
          <a:stretch>
            <a:fillRect/>
          </a:stretch>
        </p:blipFill>
        <p:spPr>
          <a:xfrm>
            <a:off x="778510" y="942340"/>
            <a:ext cx="10806430" cy="536638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r>
              <a:rPr lang="en-US" sz="2800" b="1">
                <a:solidFill>
                  <a:srgbClr val="000000"/>
                </a:solidFill>
                <a:latin typeface="Arial" panose="020B0604020202020204"/>
                <a:ea typeface="Arial" panose="020B0604020202020204"/>
                <a:sym typeface="+mn-ea"/>
              </a:rPr>
              <a:t>Visualization of Data</a:t>
            </a:r>
          </a:p>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pic>
        <p:nvPicPr>
          <p:cNvPr id="335" name="Picture 335"/>
          <p:cNvPicPr/>
          <p:nvPr/>
        </p:nvPicPr>
        <p:blipFill>
          <a:blip r:embed="rId2"/>
          <a:stretch>
            <a:fillRect/>
          </a:stretch>
        </p:blipFill>
        <p:spPr>
          <a:xfrm>
            <a:off x="481965" y="1024255"/>
            <a:ext cx="11066145" cy="5384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r>
              <a:rPr lang="en-US" sz="2800" b="1">
                <a:solidFill>
                  <a:srgbClr val="000000"/>
                </a:solidFill>
                <a:latin typeface="Arial" panose="020B0604020202020204"/>
                <a:ea typeface="Arial" panose="020B0604020202020204"/>
                <a:sym typeface="+mn-ea"/>
              </a:rPr>
              <a:t>Visualization of Data</a:t>
            </a:r>
          </a:p>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pic>
        <p:nvPicPr>
          <p:cNvPr id="348" name="Picture 348"/>
          <p:cNvPicPr/>
          <p:nvPr/>
        </p:nvPicPr>
        <p:blipFill>
          <a:blip r:embed="rId2"/>
          <a:stretch>
            <a:fillRect/>
          </a:stretch>
        </p:blipFill>
        <p:spPr>
          <a:xfrm>
            <a:off x="595630" y="1042035"/>
            <a:ext cx="11011535" cy="50698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r>
              <a:rPr lang="en-US" sz="2800" b="1">
                <a:solidFill>
                  <a:srgbClr val="000000"/>
                </a:solidFill>
                <a:latin typeface="Arial" panose="020B0604020202020204"/>
                <a:ea typeface="Arial" panose="020B0604020202020204"/>
                <a:sym typeface="+mn-ea"/>
              </a:rPr>
              <a:t>Visualization of Data</a:t>
            </a:r>
          </a:p>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pic>
        <p:nvPicPr>
          <p:cNvPr id="361" name="Picture 361"/>
          <p:cNvPicPr/>
          <p:nvPr/>
        </p:nvPicPr>
        <p:blipFill>
          <a:blip r:embed="rId2"/>
          <a:stretch>
            <a:fillRect/>
          </a:stretch>
        </p:blipFill>
        <p:spPr>
          <a:xfrm>
            <a:off x="800100" y="942340"/>
            <a:ext cx="10633710" cy="531241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759460"/>
          </a:xfrm>
          <a:prstGeom prst="rect">
            <a:avLst/>
          </a:prstGeom>
        </p:spPr>
        <p:txBody>
          <a:bodyPr wrap="square">
            <a:noAutofit/>
          </a:bodyPr>
          <a:lstStyle/>
          <a:p>
            <a:pPr marL="0" indent="0" algn="ctr" defTabSz="457200">
              <a:lnSpc>
                <a:spcPct val="107000"/>
              </a:lnSpc>
              <a:spcBef>
                <a:spcPct val="0"/>
              </a:spcBef>
              <a:spcAft>
                <a:spcPts val="8600"/>
              </a:spcAft>
            </a:pPr>
            <a:endParaRPr lang="en-US" altLang="en-US" sz="4400" b="1">
              <a:solidFill>
                <a:srgbClr val="000000"/>
              </a:solidFill>
              <a:ea typeface="Arial" panose="020B0604020202020204"/>
            </a:endParaRPr>
          </a:p>
        </p:txBody>
      </p:sp>
      <p:sp>
        <p:nvSpPr>
          <p:cNvPr id="4" name="Text Box 3"/>
          <p:cNvSpPr txBox="1"/>
          <p:nvPr/>
        </p:nvSpPr>
        <p:spPr>
          <a:xfrm>
            <a:off x="1177290" y="615950"/>
            <a:ext cx="10195560" cy="1092835"/>
          </a:xfrm>
          <a:prstGeom prst="rect">
            <a:avLst/>
          </a:prstGeom>
        </p:spPr>
        <p:txBody>
          <a:bodyPr>
            <a:noAutofit/>
          </a:bodyPr>
          <a:lstStyle/>
          <a:p>
            <a:pPr marL="0" indent="-6350" algn="ctr" defTabSz="457200">
              <a:lnSpc>
                <a:spcPct val="110000"/>
              </a:lnSpc>
              <a:spcBef>
                <a:spcPct val="0"/>
              </a:spcBef>
              <a:spcAft>
                <a:spcPts val="5400"/>
              </a:spcAft>
            </a:pPr>
            <a:r>
              <a:rPr lang="en-US" altLang="en-US" sz="4000" b="1">
                <a:solidFill>
                  <a:srgbClr val="000000"/>
                </a:solidFill>
                <a:ea typeface="Arial" panose="020B0604020202020204"/>
              </a:rPr>
              <a:t>Links</a:t>
            </a:r>
          </a:p>
          <a:p>
            <a:pPr marL="0" indent="-6350" algn="l" defTabSz="457200">
              <a:lnSpc>
                <a:spcPct val="0"/>
              </a:lnSpc>
              <a:spcBef>
                <a:spcPts val="0"/>
              </a:spcBef>
              <a:spcAft>
                <a:spcPts val="5400"/>
              </a:spcAft>
            </a:pPr>
            <a:endParaRPr lang="en-US" altLang="en-US" sz="2800">
              <a:solidFill>
                <a:srgbClr val="000000"/>
              </a:solidFill>
              <a:ea typeface="Arial" panose="020B0604020202020204"/>
            </a:endParaRPr>
          </a:p>
          <a:p>
            <a:pPr marL="0" indent="-6350" algn="l" defTabSz="457200">
              <a:lnSpc>
                <a:spcPct val="0"/>
              </a:lnSpc>
              <a:spcBef>
                <a:spcPts val="0"/>
              </a:spcBef>
              <a:spcAft>
                <a:spcPts val="5400"/>
              </a:spcAft>
            </a:pPr>
            <a:endParaRPr lang="en-US" altLang="en-US" sz="2800">
              <a:solidFill>
                <a:srgbClr val="000000"/>
              </a:solidFill>
              <a:ea typeface="Arial" panose="020B0604020202020204"/>
            </a:endParaRPr>
          </a:p>
        </p:txBody>
      </p:sp>
      <p:sp>
        <p:nvSpPr>
          <p:cNvPr id="5" name="Text Box 4"/>
          <p:cNvSpPr txBox="1"/>
          <p:nvPr/>
        </p:nvSpPr>
        <p:spPr>
          <a:xfrm>
            <a:off x="1082040" y="2216150"/>
            <a:ext cx="9380220" cy="3034030"/>
          </a:xfrm>
          <a:prstGeom prst="rect">
            <a:avLst/>
          </a:prstGeom>
          <a:noFill/>
        </p:spPr>
        <p:txBody>
          <a:bodyPr wrap="square" rtlCol="0">
            <a:noAutofit/>
          </a:bodyPr>
          <a:lstStyle/>
          <a:p>
            <a:r>
              <a:rPr lang="en-US" dirty="0" err="1"/>
              <a:t>Github</a:t>
            </a:r>
            <a:r>
              <a:rPr lang="en-US" dirty="0"/>
              <a:t>:</a:t>
            </a:r>
          </a:p>
          <a:p>
            <a:r>
              <a:rPr lang="en-US" altLang="en-US">
                <a:hlinkClick r:id="rId2"/>
              </a:rPr>
              <a:t>https://github.com/AkashVemula99/AI-Driven-Review-Analytics-for-Product-Enhancement/tree/Updated</a:t>
            </a:r>
            <a:endParaRPr lang="en-US" altLang="en-US"/>
          </a:p>
          <a:p>
            <a:endParaRPr lang="en-US" altLang="en-US" dirty="0"/>
          </a:p>
          <a:p>
            <a:r>
              <a:rPr lang="en-US" altLang="en-US" dirty="0"/>
              <a:t>Dataset: </a:t>
            </a:r>
          </a:p>
          <a:p>
            <a:r>
              <a:rPr lang="en-US" altLang="en-US" dirty="0"/>
              <a:t>https://www.kaggle.com/datasets/sid321axn/amazon-alexareviews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759460"/>
          </a:xfrm>
          <a:prstGeom prst="rect">
            <a:avLst/>
          </a:prstGeom>
        </p:spPr>
        <p:txBody>
          <a:bodyPr wrap="square">
            <a:noAutofit/>
          </a:bodyPr>
          <a:lstStyle/>
          <a:p>
            <a:pPr marL="0" indent="0" algn="ctr" defTabSz="457200">
              <a:lnSpc>
                <a:spcPct val="107000"/>
              </a:lnSpc>
              <a:spcBef>
                <a:spcPct val="0"/>
              </a:spcBef>
              <a:spcAft>
                <a:spcPts val="8600"/>
              </a:spcAft>
            </a:pPr>
            <a:endParaRPr lang="en-US" altLang="en-US" sz="4400" b="1">
              <a:solidFill>
                <a:srgbClr val="000000"/>
              </a:solidFill>
              <a:ea typeface="Arial" panose="020B0604020202020204"/>
            </a:endParaRPr>
          </a:p>
        </p:txBody>
      </p:sp>
      <p:sp>
        <p:nvSpPr>
          <p:cNvPr id="4" name="Text Box 3"/>
          <p:cNvSpPr txBox="1"/>
          <p:nvPr/>
        </p:nvSpPr>
        <p:spPr>
          <a:xfrm>
            <a:off x="1177290" y="615950"/>
            <a:ext cx="10195560" cy="1092835"/>
          </a:xfrm>
          <a:prstGeom prst="rect">
            <a:avLst/>
          </a:prstGeom>
        </p:spPr>
        <p:txBody>
          <a:bodyPr>
            <a:noAutofit/>
          </a:bodyPr>
          <a:lstStyle/>
          <a:p>
            <a:pPr marL="0" indent="-6350" algn="ctr" defTabSz="457200">
              <a:lnSpc>
                <a:spcPct val="110000"/>
              </a:lnSpc>
              <a:spcBef>
                <a:spcPct val="0"/>
              </a:spcBef>
              <a:spcAft>
                <a:spcPts val="5400"/>
              </a:spcAft>
            </a:pPr>
            <a:r>
              <a:rPr lang="en-US" altLang="en-US" sz="4000" b="1">
                <a:solidFill>
                  <a:srgbClr val="000000"/>
                </a:solidFill>
                <a:ea typeface="Arial" panose="020B0604020202020204"/>
              </a:rPr>
              <a:t>Conclusion</a:t>
            </a:r>
          </a:p>
          <a:p>
            <a:pPr marL="0" indent="-6350" algn="l" defTabSz="457200">
              <a:lnSpc>
                <a:spcPct val="0"/>
              </a:lnSpc>
              <a:spcBef>
                <a:spcPts val="0"/>
              </a:spcBef>
              <a:spcAft>
                <a:spcPts val="5400"/>
              </a:spcAft>
            </a:pPr>
            <a:endParaRPr lang="en-US" altLang="en-US" sz="2800">
              <a:solidFill>
                <a:srgbClr val="000000"/>
              </a:solidFill>
              <a:ea typeface="Arial" panose="020B0604020202020204"/>
            </a:endParaRPr>
          </a:p>
          <a:p>
            <a:pPr marL="0" indent="-6350" algn="l" defTabSz="457200">
              <a:lnSpc>
                <a:spcPct val="0"/>
              </a:lnSpc>
              <a:spcBef>
                <a:spcPts val="0"/>
              </a:spcBef>
              <a:spcAft>
                <a:spcPts val="5400"/>
              </a:spcAft>
            </a:pPr>
            <a:endParaRPr lang="en-US" altLang="en-US" sz="2800">
              <a:solidFill>
                <a:srgbClr val="000000"/>
              </a:solidFill>
              <a:ea typeface="Arial" panose="020B0604020202020204"/>
            </a:endParaRPr>
          </a:p>
        </p:txBody>
      </p:sp>
      <p:sp>
        <p:nvSpPr>
          <p:cNvPr id="5" name="Text Box 4"/>
          <p:cNvSpPr txBox="1"/>
          <p:nvPr/>
        </p:nvSpPr>
        <p:spPr>
          <a:xfrm>
            <a:off x="1082040" y="2216150"/>
            <a:ext cx="9380220" cy="3034030"/>
          </a:xfrm>
          <a:prstGeom prst="rect">
            <a:avLst/>
          </a:prstGeom>
          <a:noFill/>
        </p:spPr>
        <p:txBody>
          <a:bodyPr wrap="square" rtlCol="0">
            <a:noAutofit/>
          </a:bodyPr>
          <a:lstStyle/>
          <a:p>
            <a:pPr marL="285750" indent="-285750">
              <a:buFont typeface="Arial" panose="020B0604020202020204" pitchFamily="34" charset="0"/>
              <a:buChar char="•"/>
            </a:pPr>
            <a:r>
              <a:rPr lang="en-US" altLang="en-US" sz="2400"/>
              <a:t>In summary, we employed three algorithms, and the random forest algorithm demontrated higher accuracy for the Amazon Alexa review dataset. </a:t>
            </a:r>
          </a:p>
          <a:p>
            <a:pPr marL="285750" indent="-285750">
              <a:buFont typeface="Arial" panose="020B0604020202020204" pitchFamily="34" charset="0"/>
              <a:buChar char="•"/>
            </a:pPr>
            <a:endParaRPr lang="en-US" altLang="en-US" sz="2400"/>
          </a:p>
          <a:p>
            <a:pPr marL="285750" indent="-285750">
              <a:buFont typeface="Arial" panose="020B0604020202020204" pitchFamily="34" charset="0"/>
              <a:buChar char="•"/>
            </a:pPr>
            <a:r>
              <a:rPr lang="en-US" altLang="en-US" sz="2400"/>
              <a:t>Our data science project, centered around Amazon Alexa reviews, strives to provide valuable insights, assessing the overall merit of Alexa as a product through a thorough analysis of custmoers historical reviews.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5630" y="292100"/>
            <a:ext cx="11109960" cy="650240"/>
          </a:xfrm>
          <a:prstGeom prst="rect">
            <a:avLst/>
          </a:prstGeom>
        </p:spPr>
        <p:txBody>
          <a:bodyPr wrap="square">
            <a:noAutofit/>
          </a:bodyPr>
          <a:lstStyle/>
          <a:p>
            <a:pPr marL="6350" indent="-6350" algn="ctr" defTabSz="457200">
              <a:lnSpc>
                <a:spcPct val="106000"/>
              </a:lnSpc>
              <a:spcBef>
                <a:spcPct val="0"/>
              </a:spcBef>
              <a:spcAft>
                <a:spcPts val="3300"/>
              </a:spcAft>
            </a:pPr>
            <a:endParaRPr lang="en-US" sz="2800">
              <a:solidFill>
                <a:srgbClr val="000000"/>
              </a:solidFill>
              <a:ea typeface="Arial" panose="020B0604020202020204"/>
            </a:endParaRPr>
          </a:p>
        </p:txBody>
      </p:sp>
      <p:sp>
        <p:nvSpPr>
          <p:cNvPr id="3" name="Text Box 2"/>
          <p:cNvSpPr txBox="1"/>
          <p:nvPr/>
        </p:nvSpPr>
        <p:spPr>
          <a:xfrm>
            <a:off x="998220" y="405130"/>
            <a:ext cx="9370060" cy="759460"/>
          </a:xfrm>
          <a:prstGeom prst="rect">
            <a:avLst/>
          </a:prstGeom>
        </p:spPr>
        <p:txBody>
          <a:bodyPr wrap="square">
            <a:noAutofit/>
          </a:bodyPr>
          <a:lstStyle/>
          <a:p>
            <a:pPr marL="0" indent="0" algn="ctr" defTabSz="457200">
              <a:lnSpc>
                <a:spcPct val="107000"/>
              </a:lnSpc>
              <a:spcBef>
                <a:spcPct val="0"/>
              </a:spcBef>
              <a:spcAft>
                <a:spcPts val="8600"/>
              </a:spcAft>
            </a:pPr>
            <a:endParaRPr lang="en-US" altLang="en-US" sz="4400" b="1">
              <a:solidFill>
                <a:srgbClr val="000000"/>
              </a:solidFill>
              <a:ea typeface="Arial" panose="020B0604020202020204"/>
            </a:endParaRPr>
          </a:p>
        </p:txBody>
      </p:sp>
      <p:sp useBgFill="1">
        <p:nvSpPr>
          <p:cNvPr id="77" name="Rectangle 76"/>
          <p:cNvSpPr>
            <a:spLocks noGrp="1" noRot="1" noChangeAspect="1" noMove="1" noResize="1" noEditPoints="1" noAdjustHandles="1" noChangeArrowheads="1" noChangeShapeType="1" noTextEdit="1"/>
          </p:cNvSpPr>
          <p:nvPr/>
        </p:nvSpPr>
        <p:spPr>
          <a:xfrm>
            <a:off x="1778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rot="5400000" flipH="1">
            <a:off x="-131835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rot="5400000" flipH="1">
            <a:off x="-107040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a:spLocks noGrp="1" noRot="1" noChangeAspect="1" noMove="1" noResize="1" noEditPoints="1" noAdjustHandles="1" noChangeArrowheads="1" noChangeShapeType="1" noTextEdit="1"/>
          </p:cNvSpPr>
          <p:nvPr/>
        </p:nvSpPr>
        <p:spPr>
          <a:xfrm rot="5400000" flipH="1">
            <a:off x="85171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p:cNvSpPr>
            <a:spLocks noGrp="1" noRot="1" noChangeAspect="1" noMove="1" noResize="1" noEditPoints="1" noAdjustHandles="1" noChangeArrowheads="1" noChangeShapeType="1" noTextEdit="1"/>
          </p:cNvSpPr>
          <p:nvPr/>
        </p:nvSpPr>
        <p:spPr>
          <a:xfrm rot="5400000" flipH="1">
            <a:off x="-1123315" y="1461770"/>
            <a:ext cx="6858000" cy="3935095"/>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a:spLocks noGrp="1" noRot="1" noChangeAspect="1" noMove="1" noResize="1" noEditPoints="1" noAdjustHandles="1" noChangeArrowheads="1" noChangeShapeType="1" noTextEdit="1"/>
          </p:cNvSpPr>
          <p:nvPr/>
        </p:nvSpPr>
        <p:spPr>
          <a:xfrm rot="6097846">
            <a:off x="9205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
          <p:cNvSpPr txBox="1"/>
          <p:nvPr/>
        </p:nvSpPr>
        <p:spPr>
          <a:xfrm>
            <a:off x="512811" y="891652"/>
            <a:ext cx="3309016" cy="3030724"/>
          </a:xfrm>
          <a:prstGeom prst="rect">
            <a:avLst/>
          </a:prstGeom>
        </p:spPr>
        <p:txBody>
          <a:bodyPr vert="horz" lIns="91440" tIns="45720" rIns="91440" bIns="45720" rtlCol="0" anchor="b">
            <a:normAutofit/>
          </a:bodyPr>
          <a:lstStyle/>
          <a:p>
            <a:pPr algn="r" defTabSz="914400">
              <a:lnSpc>
                <a:spcPct val="90000"/>
              </a:lnSpc>
              <a:spcBef>
                <a:spcPct val="0"/>
              </a:spcBef>
              <a:spcAft>
                <a:spcPts val="600"/>
              </a:spcAft>
            </a:pPr>
            <a:r>
              <a:rPr lang="en-US" sz="4400" kern="1200" dirty="0">
                <a:solidFill>
                  <a:srgbClr val="FFFFFF"/>
                </a:solidFill>
                <a:latin typeface="+mj-lt"/>
                <a:ea typeface="+mj-ea"/>
                <a:cs typeface="+mj-cs"/>
              </a:rPr>
              <a:t>Thank you!!!</a:t>
            </a:r>
          </a:p>
        </p:txBody>
      </p:sp>
      <p:pic>
        <p:nvPicPr>
          <p:cNvPr id="23" name="Graphic 22" descr="Smiling Face with No Fill"/>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88100" y="1303655"/>
            <a:ext cx="4206240" cy="420624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629</TotalTime>
  <Words>481</Words>
  <Application>Microsoft Office PowerPoint</Application>
  <PresentationFormat>Widescreen</PresentationFormat>
  <Paragraphs>63</Paragraphs>
  <Slides>31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Times New Roman</vt:lpstr>
      <vt:lpstr>Default Design</vt:lpstr>
      <vt:lpstr>PowerPoint Presentation</vt:lpstr>
      <vt:lpstr>TEAM 03 SECTION 01 (MEET THE TEAM)</vt:lpstr>
      <vt:lpstr>Objective</vt:lpstr>
      <vt:lpstr>PowerPoint Presentation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Akash Vemula</cp:lastModifiedBy>
  <cp:revision>4</cp:revision>
  <dcterms:created xsi:type="dcterms:W3CDTF">2025-04-30T02:01:09Z</dcterms:created>
  <dcterms:modified xsi:type="dcterms:W3CDTF">2025-04-30T15:21:21Z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474153FEA755402088AA00E4B54FDF2D_13</vt:lpwstr>
  </property>
  <property fmtid="{D5CDD505-2E9C-101B-9397-08002B2CF9AE}" pid="3" name="KSOProductBuildVer">
    <vt:lpwstr>1033-12.2.0.20795</vt:lpwstr>
  </property>
</Properties>
</file>